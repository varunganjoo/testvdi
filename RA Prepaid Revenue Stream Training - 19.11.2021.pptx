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21"/>
  </p:notesMasterIdLst>
  <p:handoutMasterIdLst>
    <p:handoutMasterId r:id="rId22"/>
  </p:handoutMasterIdLst>
  <p:sldIdLst>
    <p:sldId id="403" r:id="rId6"/>
    <p:sldId id="454" r:id="rId7"/>
    <p:sldId id="456" r:id="rId8"/>
    <p:sldId id="472" r:id="rId9"/>
    <p:sldId id="496" r:id="rId10"/>
    <p:sldId id="497" r:id="rId11"/>
    <p:sldId id="459" r:id="rId12"/>
    <p:sldId id="498" r:id="rId13"/>
    <p:sldId id="499" r:id="rId14"/>
    <p:sldId id="500" r:id="rId15"/>
    <p:sldId id="464" r:id="rId16"/>
    <p:sldId id="470" r:id="rId17"/>
    <p:sldId id="466" r:id="rId18"/>
    <p:sldId id="463" r:id="rId19"/>
    <p:sldId id="452" r:id="rId20"/>
  </p:sldIdLst>
  <p:sldSz cx="9144000" cy="6858000" type="screen4x3"/>
  <p:notesSz cx="6797675" cy="98726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1">
          <p15:clr>
            <a:srgbClr val="A4A3A4"/>
          </p15:clr>
        </p15:guide>
        <p15:guide id="2" pos="2160">
          <p15:clr>
            <a:srgbClr val="A4A3A4"/>
          </p15:clr>
        </p15:guide>
        <p15:guide id="3" orient="horz" pos="3109">
          <p15:clr>
            <a:srgbClr val="A4A3A4"/>
          </p15:clr>
        </p15:guide>
        <p15:guide id="4" pos="2122">
          <p15:clr>
            <a:srgbClr val="A4A3A4"/>
          </p15:clr>
        </p15:guide>
        <p15:guide id="5" orient="horz" pos="2883">
          <p15:clr>
            <a:srgbClr val="A4A3A4"/>
          </p15:clr>
        </p15:guide>
        <p15:guide id="6" orient="horz" pos="3111">
          <p15:clr>
            <a:srgbClr val="A4A3A4"/>
          </p15:clr>
        </p15:guide>
        <p15:guide id="7" pos="2180">
          <p15:clr>
            <a:srgbClr val="A4A3A4"/>
          </p15:clr>
        </p15:guide>
        <p15:guide id="8"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bhat Rayaguru" initials="PR" lastIdx="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A000"/>
    <a:srgbClr val="D8D028"/>
    <a:srgbClr val="FF2D2D"/>
    <a:srgbClr val="FFE600"/>
    <a:srgbClr val="FFFFCC"/>
    <a:srgbClr val="FDFEFC"/>
    <a:srgbClr val="F7FAF0"/>
    <a:srgbClr val="FF6565"/>
    <a:srgbClr val="C00000"/>
    <a:srgbClr val="FFE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ABCA6F-B4A3-41DC-BBEA-E20EF1078CAE}" v="74" dt="2021-11-17T13:13:40.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66" autoAdjust="0"/>
    <p:restoredTop sz="95474" autoAdjust="0"/>
  </p:normalViewPr>
  <p:slideViewPr>
    <p:cSldViewPr>
      <p:cViewPr>
        <p:scale>
          <a:sx n="66" d="100"/>
          <a:sy n="66" d="100"/>
        </p:scale>
        <p:origin x="1436" y="-244"/>
      </p:cViewPr>
      <p:guideLst>
        <p:guide orient="horz" pos="2160"/>
        <p:guide pos="2880"/>
      </p:guideLst>
    </p:cSldViewPr>
  </p:slideViewPr>
  <p:outlineViewPr>
    <p:cViewPr>
      <p:scale>
        <a:sx n="33" d="100"/>
        <a:sy n="33" d="100"/>
      </p:scale>
      <p:origin x="0" y="2388"/>
    </p:cViewPr>
  </p:outlin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56" d="100"/>
          <a:sy n="56" d="100"/>
        </p:scale>
        <p:origin x="-2874" y="-84"/>
      </p:cViewPr>
      <p:guideLst>
        <p:guide orient="horz" pos="2881"/>
        <p:guide pos="2160"/>
        <p:guide orient="horz" pos="3109"/>
        <p:guide pos="2122"/>
        <p:guide orient="horz" pos="2883"/>
        <p:guide orient="horz" pos="3111"/>
        <p:guide pos="2180"/>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d T Mudassir" userId="26519942-acba-4788-a751-3d7ca22440eb" providerId="ADAL" clId="{E1ABCA6F-B4A3-41DC-BBEA-E20EF1078CAE}"/>
    <pc:docChg chg="undo custSel addSld delSld modSld">
      <pc:chgData name="Mohd T Mudassir" userId="26519942-acba-4788-a751-3d7ca22440eb" providerId="ADAL" clId="{E1ABCA6F-B4A3-41DC-BBEA-E20EF1078CAE}" dt="2021-11-17T13:21:00.995" v="318" actId="20577"/>
      <pc:docMkLst>
        <pc:docMk/>
      </pc:docMkLst>
      <pc:sldChg chg="del">
        <pc:chgData name="Mohd T Mudassir" userId="26519942-acba-4788-a751-3d7ca22440eb" providerId="ADAL" clId="{E1ABCA6F-B4A3-41DC-BBEA-E20EF1078CAE}" dt="2021-11-17T13:12:24.689" v="222" actId="47"/>
        <pc:sldMkLst>
          <pc:docMk/>
          <pc:sldMk cId="2221118098" sldId="460"/>
        </pc:sldMkLst>
      </pc:sldChg>
      <pc:sldChg chg="delSp modSp mod modNotesTx">
        <pc:chgData name="Mohd T Mudassir" userId="26519942-acba-4788-a751-3d7ca22440eb" providerId="ADAL" clId="{E1ABCA6F-B4A3-41DC-BBEA-E20EF1078CAE}" dt="2021-11-17T13:20:33.262" v="312" actId="20577"/>
        <pc:sldMkLst>
          <pc:docMk/>
          <pc:sldMk cId="496545819" sldId="463"/>
        </pc:sldMkLst>
        <pc:spChg chg="del">
          <ac:chgData name="Mohd T Mudassir" userId="26519942-acba-4788-a751-3d7ca22440eb" providerId="ADAL" clId="{E1ABCA6F-B4A3-41DC-BBEA-E20EF1078CAE}" dt="2021-11-17T13:20:12.398" v="306" actId="478"/>
          <ac:spMkLst>
            <pc:docMk/>
            <pc:sldMk cId="496545819" sldId="463"/>
            <ac:spMk id="9" creationId="{00000000-0000-0000-0000-000000000000}"/>
          </ac:spMkLst>
        </pc:spChg>
        <pc:spChg chg="del">
          <ac:chgData name="Mohd T Mudassir" userId="26519942-acba-4788-a751-3d7ca22440eb" providerId="ADAL" clId="{E1ABCA6F-B4A3-41DC-BBEA-E20EF1078CAE}" dt="2021-11-17T13:20:08.798" v="305" actId="478"/>
          <ac:spMkLst>
            <pc:docMk/>
            <pc:sldMk cId="496545819" sldId="463"/>
            <ac:spMk id="16" creationId="{00000000-0000-0000-0000-000000000000}"/>
          </ac:spMkLst>
        </pc:spChg>
        <pc:spChg chg="del">
          <ac:chgData name="Mohd T Mudassir" userId="26519942-acba-4788-a751-3d7ca22440eb" providerId="ADAL" clId="{E1ABCA6F-B4A3-41DC-BBEA-E20EF1078CAE}" dt="2021-11-17T13:20:12.398" v="306" actId="478"/>
          <ac:spMkLst>
            <pc:docMk/>
            <pc:sldMk cId="496545819" sldId="463"/>
            <ac:spMk id="17" creationId="{00000000-0000-0000-0000-000000000000}"/>
          </ac:spMkLst>
        </pc:spChg>
        <pc:spChg chg="del">
          <ac:chgData name="Mohd T Mudassir" userId="26519942-acba-4788-a751-3d7ca22440eb" providerId="ADAL" clId="{E1ABCA6F-B4A3-41DC-BBEA-E20EF1078CAE}" dt="2021-11-17T13:20:12.398" v="306" actId="478"/>
          <ac:spMkLst>
            <pc:docMk/>
            <pc:sldMk cId="496545819" sldId="463"/>
            <ac:spMk id="18" creationId="{00000000-0000-0000-0000-000000000000}"/>
          </ac:spMkLst>
        </pc:spChg>
        <pc:spChg chg="del">
          <ac:chgData name="Mohd T Mudassir" userId="26519942-acba-4788-a751-3d7ca22440eb" providerId="ADAL" clId="{E1ABCA6F-B4A3-41DC-BBEA-E20EF1078CAE}" dt="2021-11-17T13:20:08.798" v="305" actId="478"/>
          <ac:spMkLst>
            <pc:docMk/>
            <pc:sldMk cId="496545819" sldId="463"/>
            <ac:spMk id="19" creationId="{00000000-0000-0000-0000-000000000000}"/>
          </ac:spMkLst>
        </pc:spChg>
        <pc:spChg chg="del">
          <ac:chgData name="Mohd T Mudassir" userId="26519942-acba-4788-a751-3d7ca22440eb" providerId="ADAL" clId="{E1ABCA6F-B4A3-41DC-BBEA-E20EF1078CAE}" dt="2021-11-17T13:20:12.398" v="306" actId="478"/>
          <ac:spMkLst>
            <pc:docMk/>
            <pc:sldMk cId="496545819" sldId="463"/>
            <ac:spMk id="20" creationId="{00000000-0000-0000-0000-000000000000}"/>
          </ac:spMkLst>
        </pc:spChg>
        <pc:spChg chg="del">
          <ac:chgData name="Mohd T Mudassir" userId="26519942-acba-4788-a751-3d7ca22440eb" providerId="ADAL" clId="{E1ABCA6F-B4A3-41DC-BBEA-E20EF1078CAE}" dt="2021-11-17T13:20:12.398" v="306" actId="478"/>
          <ac:spMkLst>
            <pc:docMk/>
            <pc:sldMk cId="496545819" sldId="463"/>
            <ac:spMk id="21" creationId="{00000000-0000-0000-0000-000000000000}"/>
          </ac:spMkLst>
        </pc:spChg>
        <pc:spChg chg="del">
          <ac:chgData name="Mohd T Mudassir" userId="26519942-acba-4788-a751-3d7ca22440eb" providerId="ADAL" clId="{E1ABCA6F-B4A3-41DC-BBEA-E20EF1078CAE}" dt="2021-11-17T13:20:08.798" v="305" actId="478"/>
          <ac:spMkLst>
            <pc:docMk/>
            <pc:sldMk cId="496545819" sldId="463"/>
            <ac:spMk id="22" creationId="{00000000-0000-0000-0000-000000000000}"/>
          </ac:spMkLst>
        </pc:spChg>
        <pc:spChg chg="del">
          <ac:chgData name="Mohd T Mudassir" userId="26519942-acba-4788-a751-3d7ca22440eb" providerId="ADAL" clId="{E1ABCA6F-B4A3-41DC-BBEA-E20EF1078CAE}" dt="2021-11-17T13:20:14.812" v="307" actId="478"/>
          <ac:spMkLst>
            <pc:docMk/>
            <pc:sldMk cId="496545819" sldId="463"/>
            <ac:spMk id="23" creationId="{00000000-0000-0000-0000-000000000000}"/>
          </ac:spMkLst>
        </pc:spChg>
        <pc:spChg chg="del">
          <ac:chgData name="Mohd T Mudassir" userId="26519942-acba-4788-a751-3d7ca22440eb" providerId="ADAL" clId="{E1ABCA6F-B4A3-41DC-BBEA-E20EF1078CAE}" dt="2021-11-17T13:20:08.798" v="305" actId="478"/>
          <ac:spMkLst>
            <pc:docMk/>
            <pc:sldMk cId="496545819" sldId="463"/>
            <ac:spMk id="24" creationId="{00000000-0000-0000-0000-000000000000}"/>
          </ac:spMkLst>
        </pc:spChg>
        <pc:spChg chg="del">
          <ac:chgData name="Mohd T Mudassir" userId="26519942-acba-4788-a751-3d7ca22440eb" providerId="ADAL" clId="{E1ABCA6F-B4A3-41DC-BBEA-E20EF1078CAE}" dt="2021-11-17T13:20:08.798" v="305" actId="478"/>
          <ac:spMkLst>
            <pc:docMk/>
            <pc:sldMk cId="496545819" sldId="463"/>
            <ac:spMk id="25" creationId="{00000000-0000-0000-0000-000000000000}"/>
          </ac:spMkLst>
        </pc:spChg>
        <pc:graphicFrameChg chg="modGraphic">
          <ac:chgData name="Mohd T Mudassir" userId="26519942-acba-4788-a751-3d7ca22440eb" providerId="ADAL" clId="{E1ABCA6F-B4A3-41DC-BBEA-E20EF1078CAE}" dt="2021-11-17T13:20:33.262" v="312" actId="20577"/>
          <ac:graphicFrameMkLst>
            <pc:docMk/>
            <pc:sldMk cId="496545819" sldId="463"/>
            <ac:graphicFrameMk id="15" creationId="{00000000-0000-0000-0000-000000000000}"/>
          </ac:graphicFrameMkLst>
        </pc:graphicFrameChg>
      </pc:sldChg>
      <pc:sldChg chg="mod modShow">
        <pc:chgData name="Mohd T Mudassir" userId="26519942-acba-4788-a751-3d7ca22440eb" providerId="ADAL" clId="{E1ABCA6F-B4A3-41DC-BBEA-E20EF1078CAE}" dt="2021-11-17T13:16:30.141" v="245" actId="729"/>
        <pc:sldMkLst>
          <pc:docMk/>
          <pc:sldMk cId="2082441670" sldId="464"/>
        </pc:sldMkLst>
      </pc:sldChg>
      <pc:sldChg chg="mod modShow">
        <pc:chgData name="Mohd T Mudassir" userId="26519942-acba-4788-a751-3d7ca22440eb" providerId="ADAL" clId="{E1ABCA6F-B4A3-41DC-BBEA-E20EF1078CAE}" dt="2021-11-17T13:16:30.141" v="245" actId="729"/>
        <pc:sldMkLst>
          <pc:docMk/>
          <pc:sldMk cId="1845273995" sldId="470"/>
        </pc:sldMkLst>
      </pc:sldChg>
      <pc:sldChg chg="modNotesTx">
        <pc:chgData name="Mohd T Mudassir" userId="26519942-acba-4788-a751-3d7ca22440eb" providerId="ADAL" clId="{E1ABCA6F-B4A3-41DC-BBEA-E20EF1078CAE}" dt="2021-11-17T13:17:00.810" v="256" actId="20577"/>
        <pc:sldMkLst>
          <pc:docMk/>
          <pc:sldMk cId="728360547" sldId="472"/>
        </pc:sldMkLst>
      </pc:sldChg>
      <pc:sldChg chg="modNotesTx">
        <pc:chgData name="Mohd T Mudassir" userId="26519942-acba-4788-a751-3d7ca22440eb" providerId="ADAL" clId="{E1ABCA6F-B4A3-41DC-BBEA-E20EF1078CAE}" dt="2021-11-17T13:17:23.988" v="267" actId="20577"/>
        <pc:sldMkLst>
          <pc:docMk/>
          <pc:sldMk cId="3350377506" sldId="496"/>
        </pc:sldMkLst>
      </pc:sldChg>
      <pc:sldChg chg="modNotesTx">
        <pc:chgData name="Mohd T Mudassir" userId="26519942-acba-4788-a751-3d7ca22440eb" providerId="ADAL" clId="{E1ABCA6F-B4A3-41DC-BBEA-E20EF1078CAE}" dt="2021-11-17T13:21:00.995" v="318" actId="20577"/>
        <pc:sldMkLst>
          <pc:docMk/>
          <pc:sldMk cId="3160447947" sldId="497"/>
        </pc:sldMkLst>
      </pc:sldChg>
      <pc:sldChg chg="addSp delSp modSp add mod modAnim modNotesTx">
        <pc:chgData name="Mohd T Mudassir" userId="26519942-acba-4788-a751-3d7ca22440eb" providerId="ADAL" clId="{E1ABCA6F-B4A3-41DC-BBEA-E20EF1078CAE}" dt="2021-11-17T13:17:33.715" v="279" actId="20577"/>
        <pc:sldMkLst>
          <pc:docMk/>
          <pc:sldMk cId="885858673" sldId="498"/>
        </pc:sldMkLst>
        <pc:spChg chg="mod">
          <ac:chgData name="Mohd T Mudassir" userId="26519942-acba-4788-a751-3d7ca22440eb" providerId="ADAL" clId="{E1ABCA6F-B4A3-41DC-BBEA-E20EF1078CAE}" dt="2021-11-17T12:53:46.987" v="18" actId="20577"/>
          <ac:spMkLst>
            <pc:docMk/>
            <pc:sldMk cId="885858673" sldId="498"/>
            <ac:spMk id="2" creationId="{00000000-0000-0000-0000-000000000000}"/>
          </ac:spMkLst>
        </pc:spChg>
        <pc:spChg chg="add mod">
          <ac:chgData name="Mohd T Mudassir" userId="26519942-acba-4788-a751-3d7ca22440eb" providerId="ADAL" clId="{E1ABCA6F-B4A3-41DC-BBEA-E20EF1078CAE}" dt="2021-11-17T13:08:06.890" v="171" actId="14100"/>
          <ac:spMkLst>
            <pc:docMk/>
            <pc:sldMk cId="885858673" sldId="498"/>
            <ac:spMk id="13" creationId="{BEA6E6B3-EEF7-4403-ACFD-0E45CED2E435}"/>
          </ac:spMkLst>
        </pc:spChg>
        <pc:spChg chg="del">
          <ac:chgData name="Mohd T Mudassir" userId="26519942-acba-4788-a751-3d7ca22440eb" providerId="ADAL" clId="{E1ABCA6F-B4A3-41DC-BBEA-E20EF1078CAE}" dt="2021-11-17T12:53:55.892" v="19" actId="478"/>
          <ac:spMkLst>
            <pc:docMk/>
            <pc:sldMk cId="885858673" sldId="498"/>
            <ac:spMk id="27"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28"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31"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32"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33"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37"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38"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0"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1"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2"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4"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5"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6"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7"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48"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0"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1"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2"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3"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4"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6"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7"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8"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59"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60"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61"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62"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63" creationId="{00000000-0000-0000-0000-000000000000}"/>
          </ac:spMkLst>
        </pc:spChg>
        <pc:spChg chg="del">
          <ac:chgData name="Mohd T Mudassir" userId="26519942-acba-4788-a751-3d7ca22440eb" providerId="ADAL" clId="{E1ABCA6F-B4A3-41DC-BBEA-E20EF1078CAE}" dt="2021-11-17T12:53:55.892" v="19" actId="478"/>
          <ac:spMkLst>
            <pc:docMk/>
            <pc:sldMk cId="885858673" sldId="498"/>
            <ac:spMk id="64" creationId="{00000000-0000-0000-0000-000000000000}"/>
          </ac:spMkLst>
        </pc:spChg>
        <pc:spChg chg="add mod">
          <ac:chgData name="Mohd T Mudassir" userId="26519942-acba-4788-a751-3d7ca22440eb" providerId="ADAL" clId="{E1ABCA6F-B4A3-41DC-BBEA-E20EF1078CAE}" dt="2021-11-17T12:55:24.203" v="23" actId="20577"/>
          <ac:spMkLst>
            <pc:docMk/>
            <pc:sldMk cId="885858673" sldId="498"/>
            <ac:spMk id="66" creationId="{CDE86C96-D74B-4790-A7A5-9FC8AF4EC49B}"/>
          </ac:spMkLst>
        </pc:spChg>
        <pc:spChg chg="add mod">
          <ac:chgData name="Mohd T Mudassir" userId="26519942-acba-4788-a751-3d7ca22440eb" providerId="ADAL" clId="{E1ABCA6F-B4A3-41DC-BBEA-E20EF1078CAE}" dt="2021-11-17T13:05:20.825" v="100" actId="1035"/>
          <ac:spMkLst>
            <pc:docMk/>
            <pc:sldMk cId="885858673" sldId="498"/>
            <ac:spMk id="68" creationId="{A4B00C5E-277D-473D-BE65-F737AD99DD52}"/>
          </ac:spMkLst>
        </pc:spChg>
        <pc:spChg chg="del">
          <ac:chgData name="Mohd T Mudassir" userId="26519942-acba-4788-a751-3d7ca22440eb" providerId="ADAL" clId="{E1ABCA6F-B4A3-41DC-BBEA-E20EF1078CAE}" dt="2021-11-17T12:53:55.892" v="19" actId="478"/>
          <ac:spMkLst>
            <pc:docMk/>
            <pc:sldMk cId="885858673" sldId="498"/>
            <ac:spMk id="69" creationId="{00000000-0000-0000-0000-000000000000}"/>
          </ac:spMkLst>
        </pc:spChg>
        <pc:spChg chg="add mod">
          <ac:chgData name="Mohd T Mudassir" userId="26519942-acba-4788-a751-3d7ca22440eb" providerId="ADAL" clId="{E1ABCA6F-B4A3-41DC-BBEA-E20EF1078CAE}" dt="2021-11-17T13:05:20.825" v="100" actId="1035"/>
          <ac:spMkLst>
            <pc:docMk/>
            <pc:sldMk cId="885858673" sldId="498"/>
            <ac:spMk id="71" creationId="{1B15673E-0BE9-4427-BE16-E24DE74365EF}"/>
          </ac:spMkLst>
        </pc:spChg>
        <pc:spChg chg="add mod">
          <ac:chgData name="Mohd T Mudassir" userId="26519942-acba-4788-a751-3d7ca22440eb" providerId="ADAL" clId="{E1ABCA6F-B4A3-41DC-BBEA-E20EF1078CAE}" dt="2021-11-17T13:05:20.391" v="99" actId="1076"/>
          <ac:spMkLst>
            <pc:docMk/>
            <pc:sldMk cId="885858673" sldId="498"/>
            <ac:spMk id="73" creationId="{B67E2722-D8B6-4C78-A241-64DF0D8BE995}"/>
          </ac:spMkLst>
        </pc:spChg>
        <pc:spChg chg="add mod">
          <ac:chgData name="Mohd T Mudassir" userId="26519942-acba-4788-a751-3d7ca22440eb" providerId="ADAL" clId="{E1ABCA6F-B4A3-41DC-BBEA-E20EF1078CAE}" dt="2021-11-17T13:06:01.244" v="137" actId="255"/>
          <ac:spMkLst>
            <pc:docMk/>
            <pc:sldMk cId="885858673" sldId="498"/>
            <ac:spMk id="76" creationId="{EF5C5F09-F44E-4D1E-BF35-CC714B6543FE}"/>
          </ac:spMkLst>
        </pc:spChg>
        <pc:spChg chg="add mod">
          <ac:chgData name="Mohd T Mudassir" userId="26519942-acba-4788-a751-3d7ca22440eb" providerId="ADAL" clId="{E1ABCA6F-B4A3-41DC-BBEA-E20EF1078CAE}" dt="2021-11-17T13:10:07.059" v="206" actId="1035"/>
          <ac:spMkLst>
            <pc:docMk/>
            <pc:sldMk cId="885858673" sldId="498"/>
            <ac:spMk id="78" creationId="{317EA92D-5B6B-401F-BD2E-13934A2DE592}"/>
          </ac:spMkLst>
        </pc:spChg>
        <pc:spChg chg="add mod">
          <ac:chgData name="Mohd T Mudassir" userId="26519942-acba-4788-a751-3d7ca22440eb" providerId="ADAL" clId="{E1ABCA6F-B4A3-41DC-BBEA-E20EF1078CAE}" dt="2021-11-17T13:10:07.059" v="206" actId="1035"/>
          <ac:spMkLst>
            <pc:docMk/>
            <pc:sldMk cId="885858673" sldId="498"/>
            <ac:spMk id="79" creationId="{436F4232-73AC-41FF-91D7-B504C7213A11}"/>
          </ac:spMkLst>
        </pc:spChg>
        <pc:spChg chg="add mod">
          <ac:chgData name="Mohd T Mudassir" userId="26519942-acba-4788-a751-3d7ca22440eb" providerId="ADAL" clId="{E1ABCA6F-B4A3-41DC-BBEA-E20EF1078CAE}" dt="2021-11-17T13:15:07.616" v="244" actId="20577"/>
          <ac:spMkLst>
            <pc:docMk/>
            <pc:sldMk cId="885858673" sldId="498"/>
            <ac:spMk id="81" creationId="{D1B9760A-EF33-4F9F-AF18-4F8CC6B7F8DC}"/>
          </ac:spMkLst>
        </pc:spChg>
        <pc:spChg chg="add mod">
          <ac:chgData name="Mohd T Mudassir" userId="26519942-acba-4788-a751-3d7ca22440eb" providerId="ADAL" clId="{E1ABCA6F-B4A3-41DC-BBEA-E20EF1078CAE}" dt="2021-11-17T13:10:07.059" v="206" actId="1035"/>
          <ac:spMkLst>
            <pc:docMk/>
            <pc:sldMk cId="885858673" sldId="498"/>
            <ac:spMk id="83" creationId="{F5E6B778-8BA4-48C5-A05F-838DB94311EC}"/>
          </ac:spMkLst>
        </pc:spChg>
        <pc:spChg chg="add mod">
          <ac:chgData name="Mohd T Mudassir" userId="26519942-acba-4788-a751-3d7ca22440eb" providerId="ADAL" clId="{E1ABCA6F-B4A3-41DC-BBEA-E20EF1078CAE}" dt="2021-11-17T13:10:07.059" v="206" actId="1035"/>
          <ac:spMkLst>
            <pc:docMk/>
            <pc:sldMk cId="885858673" sldId="498"/>
            <ac:spMk id="84" creationId="{248FC48A-0018-496A-8D47-A1D74812A1E0}"/>
          </ac:spMkLst>
        </pc:spChg>
        <pc:spChg chg="add mod">
          <ac:chgData name="Mohd T Mudassir" userId="26519942-acba-4788-a751-3d7ca22440eb" providerId="ADAL" clId="{E1ABCA6F-B4A3-41DC-BBEA-E20EF1078CAE}" dt="2021-11-17T13:10:10.115" v="207" actId="313"/>
          <ac:spMkLst>
            <pc:docMk/>
            <pc:sldMk cId="885858673" sldId="498"/>
            <ac:spMk id="85" creationId="{F4975BC0-4F04-42AC-943E-5D7A67DADEF2}"/>
          </ac:spMkLst>
        </pc:spChg>
        <pc:graphicFrameChg chg="del">
          <ac:chgData name="Mohd T Mudassir" userId="26519942-acba-4788-a751-3d7ca22440eb" providerId="ADAL" clId="{E1ABCA6F-B4A3-41DC-BBEA-E20EF1078CAE}" dt="2021-11-17T12:53:55.892" v="19" actId="478"/>
          <ac:graphicFrameMkLst>
            <pc:docMk/>
            <pc:sldMk cId="885858673" sldId="498"/>
            <ac:graphicFrameMk id="23" creationId="{00000000-0000-0000-0000-000000000000}"/>
          </ac:graphicFrameMkLst>
        </pc:graphicFrameChg>
        <pc:graphicFrameChg chg="del">
          <ac:chgData name="Mohd T Mudassir" userId="26519942-acba-4788-a751-3d7ca22440eb" providerId="ADAL" clId="{E1ABCA6F-B4A3-41DC-BBEA-E20EF1078CAE}" dt="2021-11-17T12:53:55.892" v="19" actId="478"/>
          <ac:graphicFrameMkLst>
            <pc:docMk/>
            <pc:sldMk cId="885858673" sldId="498"/>
            <ac:graphicFrameMk id="24" creationId="{00000000-0000-0000-0000-000000000000}"/>
          </ac:graphicFrameMkLst>
        </pc:graphicFrameChg>
        <pc:graphicFrameChg chg="del">
          <ac:chgData name="Mohd T Mudassir" userId="26519942-acba-4788-a751-3d7ca22440eb" providerId="ADAL" clId="{E1ABCA6F-B4A3-41DC-BBEA-E20EF1078CAE}" dt="2021-11-17T12:53:55.892" v="19" actId="478"/>
          <ac:graphicFrameMkLst>
            <pc:docMk/>
            <pc:sldMk cId="885858673" sldId="498"/>
            <ac:graphicFrameMk id="25" creationId="{00000000-0000-0000-0000-000000000000}"/>
          </ac:graphicFrameMkLst>
        </pc:graphicFrameChg>
        <pc:graphicFrameChg chg="del">
          <ac:chgData name="Mohd T Mudassir" userId="26519942-acba-4788-a751-3d7ca22440eb" providerId="ADAL" clId="{E1ABCA6F-B4A3-41DC-BBEA-E20EF1078CAE}" dt="2021-11-17T12:53:55.892" v="19" actId="478"/>
          <ac:graphicFrameMkLst>
            <pc:docMk/>
            <pc:sldMk cId="885858673" sldId="498"/>
            <ac:graphicFrameMk id="49" creationId="{00000000-0000-0000-0000-000000000000}"/>
          </ac:graphicFrameMkLst>
        </pc:graphicFrameChg>
        <pc:graphicFrameChg chg="del">
          <ac:chgData name="Mohd T Mudassir" userId="26519942-acba-4788-a751-3d7ca22440eb" providerId="ADAL" clId="{E1ABCA6F-B4A3-41DC-BBEA-E20EF1078CAE}" dt="2021-11-17T12:53:55.892" v="19" actId="478"/>
          <ac:graphicFrameMkLst>
            <pc:docMk/>
            <pc:sldMk cId="885858673" sldId="498"/>
            <ac:graphicFrameMk id="55" creationId="{00000000-0000-0000-0000-000000000000}"/>
          </ac:graphicFrameMkLst>
        </pc:graphicFrameChg>
        <pc:graphicFrameChg chg="add mod">
          <ac:chgData name="Mohd T Mudassir" userId="26519942-acba-4788-a751-3d7ca22440eb" providerId="ADAL" clId="{E1ABCA6F-B4A3-41DC-BBEA-E20EF1078CAE}" dt="2021-11-17T13:05:20.825" v="100" actId="1035"/>
          <ac:graphicFrameMkLst>
            <pc:docMk/>
            <pc:sldMk cId="885858673" sldId="498"/>
            <ac:graphicFrameMk id="67" creationId="{8EFA0052-7E59-4973-A674-DC628662C188}"/>
          </ac:graphicFrameMkLst>
        </pc:graphicFrameChg>
        <pc:graphicFrameChg chg="add mod">
          <ac:chgData name="Mohd T Mudassir" userId="26519942-acba-4788-a751-3d7ca22440eb" providerId="ADAL" clId="{E1ABCA6F-B4A3-41DC-BBEA-E20EF1078CAE}" dt="2021-11-17T13:05:20.825" v="100" actId="1035"/>
          <ac:graphicFrameMkLst>
            <pc:docMk/>
            <pc:sldMk cId="885858673" sldId="498"/>
            <ac:graphicFrameMk id="70" creationId="{BE079252-870D-43D1-B923-6B5CC9FFB9A2}"/>
          </ac:graphicFrameMkLst>
        </pc:graphicFrameChg>
        <pc:graphicFrameChg chg="add mod">
          <ac:chgData name="Mohd T Mudassir" userId="26519942-acba-4788-a751-3d7ca22440eb" providerId="ADAL" clId="{E1ABCA6F-B4A3-41DC-BBEA-E20EF1078CAE}" dt="2021-11-17T13:10:07.059" v="206" actId="1035"/>
          <ac:graphicFrameMkLst>
            <pc:docMk/>
            <pc:sldMk cId="885858673" sldId="498"/>
            <ac:graphicFrameMk id="77" creationId="{E3E2CE97-EDF4-4135-883E-6928E0E15F10}"/>
          </ac:graphicFrameMkLst>
        </pc:graphicFrameChg>
        <pc:graphicFrameChg chg="add mod">
          <ac:chgData name="Mohd T Mudassir" userId="26519942-acba-4788-a751-3d7ca22440eb" providerId="ADAL" clId="{E1ABCA6F-B4A3-41DC-BBEA-E20EF1078CAE}" dt="2021-11-17T13:10:07.059" v="206" actId="1035"/>
          <ac:graphicFrameMkLst>
            <pc:docMk/>
            <pc:sldMk cId="885858673" sldId="498"/>
            <ac:graphicFrameMk id="80" creationId="{2F640DB0-425D-41B8-A527-453EE4BAE6FD}"/>
          </ac:graphicFrameMkLst>
        </pc:graphicFrameChg>
        <pc:picChg chg="del">
          <ac:chgData name="Mohd T Mudassir" userId="26519942-acba-4788-a751-3d7ca22440eb" providerId="ADAL" clId="{E1ABCA6F-B4A3-41DC-BBEA-E20EF1078CAE}" dt="2021-11-17T12:53:55.892" v="19" actId="478"/>
          <ac:picMkLst>
            <pc:docMk/>
            <pc:sldMk cId="885858673" sldId="498"/>
            <ac:picMk id="39" creationId="{00000000-0000-0000-0000-000000000000}"/>
          </ac:picMkLst>
        </pc:picChg>
        <pc:picChg chg="del">
          <ac:chgData name="Mohd T Mudassir" userId="26519942-acba-4788-a751-3d7ca22440eb" providerId="ADAL" clId="{E1ABCA6F-B4A3-41DC-BBEA-E20EF1078CAE}" dt="2021-11-17T12:53:55.892" v="19" actId="478"/>
          <ac:picMkLst>
            <pc:docMk/>
            <pc:sldMk cId="885858673" sldId="498"/>
            <ac:picMk id="43" creationId="{00000000-0000-0000-0000-000000000000}"/>
          </ac:picMkLst>
        </pc:picChg>
        <pc:picChg chg="del">
          <ac:chgData name="Mohd T Mudassir" userId="26519942-acba-4788-a751-3d7ca22440eb" providerId="ADAL" clId="{E1ABCA6F-B4A3-41DC-BBEA-E20EF1078CAE}" dt="2021-11-17T12:53:55.892" v="19" actId="478"/>
          <ac:picMkLst>
            <pc:docMk/>
            <pc:sldMk cId="885858673" sldId="498"/>
            <ac:picMk id="65" creationId="{00000000-0000-0000-0000-000000000000}"/>
          </ac:picMkLst>
        </pc:picChg>
        <pc:picChg chg="add mod">
          <ac:chgData name="Mohd T Mudassir" userId="26519942-acba-4788-a751-3d7ca22440eb" providerId="ADAL" clId="{E1ABCA6F-B4A3-41DC-BBEA-E20EF1078CAE}" dt="2021-11-17T13:05:20.825" v="100" actId="1035"/>
          <ac:picMkLst>
            <pc:docMk/>
            <pc:sldMk cId="885858673" sldId="498"/>
            <ac:picMk id="72" creationId="{174749B7-485A-4902-AC3C-CAC00AF13243}"/>
          </ac:picMkLst>
        </pc:picChg>
        <pc:picChg chg="add del mod">
          <ac:chgData name="Mohd T Mudassir" userId="26519942-acba-4788-a751-3d7ca22440eb" providerId="ADAL" clId="{E1ABCA6F-B4A3-41DC-BBEA-E20EF1078CAE}" dt="2021-11-17T13:02:28.814" v="59" actId="478"/>
          <ac:picMkLst>
            <pc:docMk/>
            <pc:sldMk cId="885858673" sldId="498"/>
            <ac:picMk id="74" creationId="{955AB959-6536-4B10-B19F-20C3B046A314}"/>
          </ac:picMkLst>
        </pc:picChg>
        <pc:picChg chg="add mod">
          <ac:chgData name="Mohd T Mudassir" userId="26519942-acba-4788-a751-3d7ca22440eb" providerId="ADAL" clId="{E1ABCA6F-B4A3-41DC-BBEA-E20EF1078CAE}" dt="2021-11-17T13:05:20.825" v="100" actId="1035"/>
          <ac:picMkLst>
            <pc:docMk/>
            <pc:sldMk cId="885858673" sldId="498"/>
            <ac:picMk id="75" creationId="{1E2AAA59-FC95-4DB0-B6FD-E50CFC17E5B7}"/>
          </ac:picMkLst>
        </pc:picChg>
        <pc:picChg chg="add mod">
          <ac:chgData name="Mohd T Mudassir" userId="26519942-acba-4788-a751-3d7ca22440eb" providerId="ADAL" clId="{E1ABCA6F-B4A3-41DC-BBEA-E20EF1078CAE}" dt="2021-11-17T13:10:07.059" v="206" actId="1035"/>
          <ac:picMkLst>
            <pc:docMk/>
            <pc:sldMk cId="885858673" sldId="498"/>
            <ac:picMk id="82" creationId="{A2846A6A-0975-4D9D-8E24-0362DDA1322D}"/>
          </ac:picMkLst>
        </pc:picChg>
        <pc:cxnChg chg="add mod">
          <ac:chgData name="Mohd T Mudassir" userId="26519942-acba-4788-a751-3d7ca22440eb" providerId="ADAL" clId="{E1ABCA6F-B4A3-41DC-BBEA-E20EF1078CAE}" dt="2021-11-17T13:05:20.825" v="100" actId="1035"/>
          <ac:cxnSpMkLst>
            <pc:docMk/>
            <pc:sldMk cId="885858673" sldId="498"/>
            <ac:cxnSpMk id="7" creationId="{2234603D-7D64-4E1D-8836-E9D73019308C}"/>
          </ac:cxnSpMkLst>
        </pc:cxnChg>
        <pc:cxnChg chg="add mod">
          <ac:chgData name="Mohd T Mudassir" userId="26519942-acba-4788-a751-3d7ca22440eb" providerId="ADAL" clId="{E1ABCA6F-B4A3-41DC-BBEA-E20EF1078CAE}" dt="2021-11-17T13:05:20.825" v="100" actId="1035"/>
          <ac:cxnSpMkLst>
            <pc:docMk/>
            <pc:sldMk cId="885858673" sldId="498"/>
            <ac:cxnSpMk id="9" creationId="{D2CDE0B3-97BB-4B1A-8017-FAC71C8B40B8}"/>
          </ac:cxnSpMkLst>
        </pc:cxnChg>
        <pc:cxnChg chg="add mod">
          <ac:chgData name="Mohd T Mudassir" userId="26519942-acba-4788-a751-3d7ca22440eb" providerId="ADAL" clId="{E1ABCA6F-B4A3-41DC-BBEA-E20EF1078CAE}" dt="2021-11-17T13:05:20.825" v="100" actId="1035"/>
          <ac:cxnSpMkLst>
            <pc:docMk/>
            <pc:sldMk cId="885858673" sldId="498"/>
            <ac:cxnSpMk id="11" creationId="{907692B7-3BAE-4F6E-9F3D-68C67C9E8631}"/>
          </ac:cxnSpMkLst>
        </pc:cxnChg>
        <pc:cxnChg chg="add mod">
          <ac:chgData name="Mohd T Mudassir" userId="26519942-acba-4788-a751-3d7ca22440eb" providerId="ADAL" clId="{E1ABCA6F-B4A3-41DC-BBEA-E20EF1078CAE}" dt="2021-11-17T13:10:07.059" v="206" actId="1035"/>
          <ac:cxnSpMkLst>
            <pc:docMk/>
            <pc:sldMk cId="885858673" sldId="498"/>
            <ac:cxnSpMk id="15" creationId="{90E46F8D-CD59-4CC0-9811-79AA3BB03994}"/>
          </ac:cxnSpMkLst>
        </pc:cxnChg>
        <pc:cxnChg chg="add mod">
          <ac:chgData name="Mohd T Mudassir" userId="26519942-acba-4788-a751-3d7ca22440eb" providerId="ADAL" clId="{E1ABCA6F-B4A3-41DC-BBEA-E20EF1078CAE}" dt="2021-11-17T13:10:07.059" v="206" actId="1035"/>
          <ac:cxnSpMkLst>
            <pc:docMk/>
            <pc:sldMk cId="885858673" sldId="498"/>
            <ac:cxnSpMk id="17" creationId="{DE50F725-F750-4654-B5CC-75EDC8170E36}"/>
          </ac:cxnSpMkLst>
        </pc:cxnChg>
        <pc:cxnChg chg="add mod">
          <ac:chgData name="Mohd T Mudassir" userId="26519942-acba-4788-a751-3d7ca22440eb" providerId="ADAL" clId="{E1ABCA6F-B4A3-41DC-BBEA-E20EF1078CAE}" dt="2021-11-17T13:10:07.059" v="206" actId="1035"/>
          <ac:cxnSpMkLst>
            <pc:docMk/>
            <pc:sldMk cId="885858673" sldId="498"/>
            <ac:cxnSpMk id="22" creationId="{96972EF7-9ADD-41B8-A982-252D25828752}"/>
          </ac:cxnSpMkLst>
        </pc:cxnChg>
      </pc:sldChg>
      <pc:sldChg chg="addSp delSp modSp add mod modAnim modNotesTx">
        <pc:chgData name="Mohd T Mudassir" userId="26519942-acba-4788-a751-3d7ca22440eb" providerId="ADAL" clId="{E1ABCA6F-B4A3-41DC-BBEA-E20EF1078CAE}" dt="2021-11-17T13:17:38.161" v="284" actId="20577"/>
        <pc:sldMkLst>
          <pc:docMk/>
          <pc:sldMk cId="312606316" sldId="499"/>
        </pc:sldMkLst>
        <pc:spChg chg="mod">
          <ac:chgData name="Mohd T Mudassir" userId="26519942-acba-4788-a751-3d7ca22440eb" providerId="ADAL" clId="{E1ABCA6F-B4A3-41DC-BBEA-E20EF1078CAE}" dt="2021-11-17T13:11:35.272" v="217" actId="20577"/>
          <ac:spMkLst>
            <pc:docMk/>
            <pc:sldMk cId="312606316" sldId="499"/>
            <ac:spMk id="2" creationId="{00000000-0000-0000-0000-000000000000}"/>
          </ac:spMkLst>
        </pc:spChg>
        <pc:spChg chg="del">
          <ac:chgData name="Mohd T Mudassir" userId="26519942-acba-4788-a751-3d7ca22440eb" providerId="ADAL" clId="{E1ABCA6F-B4A3-41DC-BBEA-E20EF1078CAE}" dt="2021-11-17T13:10:54.191" v="209" actId="478"/>
          <ac:spMkLst>
            <pc:docMk/>
            <pc:sldMk cId="312606316" sldId="499"/>
            <ac:spMk id="13" creationId="{BEA6E6B3-EEF7-4403-ACFD-0E45CED2E435}"/>
          </ac:spMkLst>
        </pc:spChg>
        <pc:spChg chg="add mod">
          <ac:chgData name="Mohd T Mudassir" userId="26519942-acba-4788-a751-3d7ca22440eb" providerId="ADAL" clId="{E1ABCA6F-B4A3-41DC-BBEA-E20EF1078CAE}" dt="2021-11-17T13:11:29.819" v="212" actId="20577"/>
          <ac:spMkLst>
            <pc:docMk/>
            <pc:sldMk cId="312606316" sldId="499"/>
            <ac:spMk id="31" creationId="{49AF38F5-4860-43E7-9235-43CE66767DF6}"/>
          </ac:spMkLst>
        </pc:spChg>
        <pc:spChg chg="add mod">
          <ac:chgData name="Mohd T Mudassir" userId="26519942-acba-4788-a751-3d7ca22440eb" providerId="ADAL" clId="{E1ABCA6F-B4A3-41DC-BBEA-E20EF1078CAE}" dt="2021-11-17T13:11:23.328" v="211" actId="207"/>
          <ac:spMkLst>
            <pc:docMk/>
            <pc:sldMk cId="312606316" sldId="499"/>
            <ac:spMk id="32" creationId="{B87B926B-102B-43CA-A29B-006059D18346}"/>
          </ac:spMkLst>
        </pc:spChg>
        <pc:spChg chg="add mod">
          <ac:chgData name="Mohd T Mudassir" userId="26519942-acba-4788-a751-3d7ca22440eb" providerId="ADAL" clId="{E1ABCA6F-B4A3-41DC-BBEA-E20EF1078CAE}" dt="2021-11-17T13:11:23.328" v="211" actId="207"/>
          <ac:spMkLst>
            <pc:docMk/>
            <pc:sldMk cId="312606316" sldId="499"/>
            <ac:spMk id="33" creationId="{AE4FF8C1-2ABF-4D4B-A9D3-C8690EEBE87A}"/>
          </ac:spMkLst>
        </pc:spChg>
        <pc:spChg chg="add mod">
          <ac:chgData name="Mohd T Mudassir" userId="26519942-acba-4788-a751-3d7ca22440eb" providerId="ADAL" clId="{E1ABCA6F-B4A3-41DC-BBEA-E20EF1078CAE}" dt="2021-11-17T13:11:23.328" v="211" actId="207"/>
          <ac:spMkLst>
            <pc:docMk/>
            <pc:sldMk cId="312606316" sldId="499"/>
            <ac:spMk id="34" creationId="{6F39AF15-A8A3-48F4-999D-EDE63AEF021B}"/>
          </ac:spMkLst>
        </pc:spChg>
        <pc:spChg chg="mod">
          <ac:chgData name="Mohd T Mudassir" userId="26519942-acba-4788-a751-3d7ca22440eb" providerId="ADAL" clId="{E1ABCA6F-B4A3-41DC-BBEA-E20EF1078CAE}" dt="2021-11-17T13:11:55.906" v="220" actId="207"/>
          <ac:spMkLst>
            <pc:docMk/>
            <pc:sldMk cId="312606316" sldId="499"/>
            <ac:spMk id="36" creationId="{F6A6B0D6-D49C-4780-9DE4-A39100531575}"/>
          </ac:spMkLst>
        </pc:spChg>
        <pc:spChg chg="mod">
          <ac:chgData name="Mohd T Mudassir" userId="26519942-acba-4788-a751-3d7ca22440eb" providerId="ADAL" clId="{E1ABCA6F-B4A3-41DC-BBEA-E20EF1078CAE}" dt="2021-11-17T13:11:55.906" v="220" actId="207"/>
          <ac:spMkLst>
            <pc:docMk/>
            <pc:sldMk cId="312606316" sldId="499"/>
            <ac:spMk id="39" creationId="{E9A1F537-720B-4242-9B8E-72C7ACB951FF}"/>
          </ac:spMkLst>
        </pc:spChg>
        <pc:spChg chg="add mod">
          <ac:chgData name="Mohd T Mudassir" userId="26519942-acba-4788-a751-3d7ca22440eb" providerId="ADAL" clId="{E1ABCA6F-B4A3-41DC-BBEA-E20EF1078CAE}" dt="2021-11-17T13:11:55.906" v="220" actId="207"/>
          <ac:spMkLst>
            <pc:docMk/>
            <pc:sldMk cId="312606316" sldId="499"/>
            <ac:spMk id="42" creationId="{D11873D5-4D42-48A7-B1E0-675594C8977D}"/>
          </ac:spMkLst>
        </pc:spChg>
        <pc:spChg chg="add mod">
          <ac:chgData name="Mohd T Mudassir" userId="26519942-acba-4788-a751-3d7ca22440eb" providerId="ADAL" clId="{E1ABCA6F-B4A3-41DC-BBEA-E20EF1078CAE}" dt="2021-11-17T13:11:55.906" v="220" actId="207"/>
          <ac:spMkLst>
            <pc:docMk/>
            <pc:sldMk cId="312606316" sldId="499"/>
            <ac:spMk id="43" creationId="{34F1F399-0CF0-47C4-83E1-3AE82E978E2C}"/>
          </ac:spMkLst>
        </pc:spChg>
        <pc:spChg chg="add mod">
          <ac:chgData name="Mohd T Mudassir" userId="26519942-acba-4788-a751-3d7ca22440eb" providerId="ADAL" clId="{E1ABCA6F-B4A3-41DC-BBEA-E20EF1078CAE}" dt="2021-11-17T13:11:55.906" v="220" actId="207"/>
          <ac:spMkLst>
            <pc:docMk/>
            <pc:sldMk cId="312606316" sldId="499"/>
            <ac:spMk id="45" creationId="{13D919C1-D986-408F-8838-D02179AA5C2F}"/>
          </ac:spMkLst>
        </pc:spChg>
        <pc:spChg chg="add mod">
          <ac:chgData name="Mohd T Mudassir" userId="26519942-acba-4788-a751-3d7ca22440eb" providerId="ADAL" clId="{E1ABCA6F-B4A3-41DC-BBEA-E20EF1078CAE}" dt="2021-11-17T13:11:55.906" v="220" actId="207"/>
          <ac:spMkLst>
            <pc:docMk/>
            <pc:sldMk cId="312606316" sldId="499"/>
            <ac:spMk id="46" creationId="{07B2913E-1C93-474B-9806-AB5205040FB6}"/>
          </ac:spMkLst>
        </pc:spChg>
        <pc:spChg chg="add mod">
          <ac:chgData name="Mohd T Mudassir" userId="26519942-acba-4788-a751-3d7ca22440eb" providerId="ADAL" clId="{E1ABCA6F-B4A3-41DC-BBEA-E20EF1078CAE}" dt="2021-11-17T13:11:55.906" v="220" actId="207"/>
          <ac:spMkLst>
            <pc:docMk/>
            <pc:sldMk cId="312606316" sldId="499"/>
            <ac:spMk id="47" creationId="{A76A6614-75E0-48AA-8ED0-95E500ED8DF6}"/>
          </ac:spMkLst>
        </pc:spChg>
        <pc:spChg chg="mod">
          <ac:chgData name="Mohd T Mudassir" userId="26519942-acba-4788-a751-3d7ca22440eb" providerId="ADAL" clId="{E1ABCA6F-B4A3-41DC-BBEA-E20EF1078CAE}" dt="2021-11-17T13:11:54.595" v="219" actId="1076"/>
          <ac:spMkLst>
            <pc:docMk/>
            <pc:sldMk cId="312606316" sldId="499"/>
            <ac:spMk id="50" creationId="{242F42C4-E6E5-4052-AAAF-56CF51E17113}"/>
          </ac:spMkLst>
        </pc:spChg>
        <pc:spChg chg="mod">
          <ac:chgData name="Mohd T Mudassir" userId="26519942-acba-4788-a751-3d7ca22440eb" providerId="ADAL" clId="{E1ABCA6F-B4A3-41DC-BBEA-E20EF1078CAE}" dt="2021-11-17T13:11:54.595" v="219" actId="1076"/>
          <ac:spMkLst>
            <pc:docMk/>
            <pc:sldMk cId="312606316" sldId="499"/>
            <ac:spMk id="53" creationId="{753FBD70-F2BF-474C-8698-79C1F0C7D134}"/>
          </ac:spMkLst>
        </pc:spChg>
        <pc:spChg chg="add mod">
          <ac:chgData name="Mohd T Mudassir" userId="26519942-acba-4788-a751-3d7ca22440eb" providerId="ADAL" clId="{E1ABCA6F-B4A3-41DC-BBEA-E20EF1078CAE}" dt="2021-11-17T13:11:55.906" v="220" actId="207"/>
          <ac:spMkLst>
            <pc:docMk/>
            <pc:sldMk cId="312606316" sldId="499"/>
            <ac:spMk id="55" creationId="{1CF95473-EADB-42A8-ACD8-37EF501C70E6}"/>
          </ac:spMkLst>
        </pc:spChg>
        <pc:spChg chg="add mod">
          <ac:chgData name="Mohd T Mudassir" userId="26519942-acba-4788-a751-3d7ca22440eb" providerId="ADAL" clId="{E1ABCA6F-B4A3-41DC-BBEA-E20EF1078CAE}" dt="2021-11-17T13:11:55.906" v="220" actId="207"/>
          <ac:spMkLst>
            <pc:docMk/>
            <pc:sldMk cId="312606316" sldId="499"/>
            <ac:spMk id="56" creationId="{02E93E29-9217-48CE-B4A9-9D4A14940DA7}"/>
          </ac:spMkLst>
        </pc:spChg>
        <pc:spChg chg="add mod">
          <ac:chgData name="Mohd T Mudassir" userId="26519942-acba-4788-a751-3d7ca22440eb" providerId="ADAL" clId="{E1ABCA6F-B4A3-41DC-BBEA-E20EF1078CAE}" dt="2021-11-17T13:11:55.906" v="220" actId="207"/>
          <ac:spMkLst>
            <pc:docMk/>
            <pc:sldMk cId="312606316" sldId="499"/>
            <ac:spMk id="57" creationId="{FDCF3CC7-4F03-4E4F-AD8D-4F251BBA7214}"/>
          </ac:spMkLst>
        </pc:spChg>
        <pc:spChg chg="add mod">
          <ac:chgData name="Mohd T Mudassir" userId="26519942-acba-4788-a751-3d7ca22440eb" providerId="ADAL" clId="{E1ABCA6F-B4A3-41DC-BBEA-E20EF1078CAE}" dt="2021-11-17T13:11:55.906" v="220" actId="207"/>
          <ac:spMkLst>
            <pc:docMk/>
            <pc:sldMk cId="312606316" sldId="499"/>
            <ac:spMk id="58" creationId="{0BE16023-24D2-4E73-8C83-B2B186BBC5B7}"/>
          </ac:spMkLst>
        </pc:spChg>
        <pc:spChg chg="add mod">
          <ac:chgData name="Mohd T Mudassir" userId="26519942-acba-4788-a751-3d7ca22440eb" providerId="ADAL" clId="{E1ABCA6F-B4A3-41DC-BBEA-E20EF1078CAE}" dt="2021-11-17T13:11:55.906" v="220" actId="207"/>
          <ac:spMkLst>
            <pc:docMk/>
            <pc:sldMk cId="312606316" sldId="499"/>
            <ac:spMk id="59" creationId="{131D57EB-54B5-48CE-881C-C9BF70F16F7D}"/>
          </ac:spMkLst>
        </pc:spChg>
        <pc:spChg chg="add mod">
          <ac:chgData name="Mohd T Mudassir" userId="26519942-acba-4788-a751-3d7ca22440eb" providerId="ADAL" clId="{E1ABCA6F-B4A3-41DC-BBEA-E20EF1078CAE}" dt="2021-11-17T13:11:55.906" v="220" actId="207"/>
          <ac:spMkLst>
            <pc:docMk/>
            <pc:sldMk cId="312606316" sldId="499"/>
            <ac:spMk id="60" creationId="{6E214D24-FDDD-4F6A-952D-30905E28EE1F}"/>
          </ac:spMkLst>
        </pc:spChg>
        <pc:spChg chg="add mod">
          <ac:chgData name="Mohd T Mudassir" userId="26519942-acba-4788-a751-3d7ca22440eb" providerId="ADAL" clId="{E1ABCA6F-B4A3-41DC-BBEA-E20EF1078CAE}" dt="2021-11-17T13:11:55.906" v="220" actId="207"/>
          <ac:spMkLst>
            <pc:docMk/>
            <pc:sldMk cId="312606316" sldId="499"/>
            <ac:spMk id="61" creationId="{271783B8-930B-4AEA-BD6F-1FB2261F8D0E}"/>
          </ac:spMkLst>
        </pc:spChg>
        <pc:spChg chg="add mod">
          <ac:chgData name="Mohd T Mudassir" userId="26519942-acba-4788-a751-3d7ca22440eb" providerId="ADAL" clId="{E1ABCA6F-B4A3-41DC-BBEA-E20EF1078CAE}" dt="2021-11-17T13:11:55.906" v="220" actId="207"/>
          <ac:spMkLst>
            <pc:docMk/>
            <pc:sldMk cId="312606316" sldId="499"/>
            <ac:spMk id="62" creationId="{AA992D92-7C22-482E-A091-AE3CBE5AA26F}"/>
          </ac:spMkLst>
        </pc:spChg>
        <pc:spChg chg="add mod">
          <ac:chgData name="Mohd T Mudassir" userId="26519942-acba-4788-a751-3d7ca22440eb" providerId="ADAL" clId="{E1ABCA6F-B4A3-41DC-BBEA-E20EF1078CAE}" dt="2021-11-17T13:11:55.906" v="220" actId="207"/>
          <ac:spMkLst>
            <pc:docMk/>
            <pc:sldMk cId="312606316" sldId="499"/>
            <ac:spMk id="63" creationId="{E1613D31-A47C-4054-94B0-863B07FA2E5A}"/>
          </ac:spMkLst>
        </pc:spChg>
        <pc:spChg chg="add mod">
          <ac:chgData name="Mohd T Mudassir" userId="26519942-acba-4788-a751-3d7ca22440eb" providerId="ADAL" clId="{E1ABCA6F-B4A3-41DC-BBEA-E20EF1078CAE}" dt="2021-11-17T13:11:55.906" v="220" actId="207"/>
          <ac:spMkLst>
            <pc:docMk/>
            <pc:sldMk cId="312606316" sldId="499"/>
            <ac:spMk id="64" creationId="{DE384296-C45B-4271-B116-BEE919085AAD}"/>
          </ac:spMkLst>
        </pc:spChg>
        <pc:spChg chg="add mod">
          <ac:chgData name="Mohd T Mudassir" userId="26519942-acba-4788-a751-3d7ca22440eb" providerId="ADAL" clId="{E1ABCA6F-B4A3-41DC-BBEA-E20EF1078CAE}" dt="2021-11-17T13:11:55.906" v="220" actId="207"/>
          <ac:spMkLst>
            <pc:docMk/>
            <pc:sldMk cId="312606316" sldId="499"/>
            <ac:spMk id="65" creationId="{BEABD376-BDA5-4BD4-8A30-866BE9D29C95}"/>
          </ac:spMkLst>
        </pc:spChg>
        <pc:spChg chg="del">
          <ac:chgData name="Mohd T Mudassir" userId="26519942-acba-4788-a751-3d7ca22440eb" providerId="ADAL" clId="{E1ABCA6F-B4A3-41DC-BBEA-E20EF1078CAE}" dt="2021-11-17T13:10:54.191" v="209" actId="478"/>
          <ac:spMkLst>
            <pc:docMk/>
            <pc:sldMk cId="312606316" sldId="499"/>
            <ac:spMk id="66" creationId="{CDE86C96-D74B-4790-A7A5-9FC8AF4EC49B}"/>
          </ac:spMkLst>
        </pc:spChg>
        <pc:spChg chg="del">
          <ac:chgData name="Mohd T Mudassir" userId="26519942-acba-4788-a751-3d7ca22440eb" providerId="ADAL" clId="{E1ABCA6F-B4A3-41DC-BBEA-E20EF1078CAE}" dt="2021-11-17T13:10:54.191" v="209" actId="478"/>
          <ac:spMkLst>
            <pc:docMk/>
            <pc:sldMk cId="312606316" sldId="499"/>
            <ac:spMk id="68" creationId="{A4B00C5E-277D-473D-BE65-F737AD99DD52}"/>
          </ac:spMkLst>
        </pc:spChg>
        <pc:spChg chg="add mod">
          <ac:chgData name="Mohd T Mudassir" userId="26519942-acba-4788-a751-3d7ca22440eb" providerId="ADAL" clId="{E1ABCA6F-B4A3-41DC-BBEA-E20EF1078CAE}" dt="2021-11-17T13:11:55.906" v="220" actId="207"/>
          <ac:spMkLst>
            <pc:docMk/>
            <pc:sldMk cId="312606316" sldId="499"/>
            <ac:spMk id="69" creationId="{F369A38F-CC68-4B95-A1E3-0F45A4B7086A}"/>
          </ac:spMkLst>
        </pc:spChg>
        <pc:spChg chg="del">
          <ac:chgData name="Mohd T Mudassir" userId="26519942-acba-4788-a751-3d7ca22440eb" providerId="ADAL" clId="{E1ABCA6F-B4A3-41DC-BBEA-E20EF1078CAE}" dt="2021-11-17T13:10:54.191" v="209" actId="478"/>
          <ac:spMkLst>
            <pc:docMk/>
            <pc:sldMk cId="312606316" sldId="499"/>
            <ac:spMk id="71" creationId="{1B15673E-0BE9-4427-BE16-E24DE74365EF}"/>
          </ac:spMkLst>
        </pc:spChg>
        <pc:spChg chg="del">
          <ac:chgData name="Mohd T Mudassir" userId="26519942-acba-4788-a751-3d7ca22440eb" providerId="ADAL" clId="{E1ABCA6F-B4A3-41DC-BBEA-E20EF1078CAE}" dt="2021-11-17T13:10:54.191" v="209" actId="478"/>
          <ac:spMkLst>
            <pc:docMk/>
            <pc:sldMk cId="312606316" sldId="499"/>
            <ac:spMk id="73" creationId="{B67E2722-D8B6-4C78-A241-64DF0D8BE995}"/>
          </ac:spMkLst>
        </pc:spChg>
        <pc:spChg chg="add mod">
          <ac:chgData name="Mohd T Mudassir" userId="26519942-acba-4788-a751-3d7ca22440eb" providerId="ADAL" clId="{E1ABCA6F-B4A3-41DC-BBEA-E20EF1078CAE}" dt="2021-11-17T13:11:55.906" v="220" actId="207"/>
          <ac:spMkLst>
            <pc:docMk/>
            <pc:sldMk cId="312606316" sldId="499"/>
            <ac:spMk id="74" creationId="{BE407BC5-3227-41B2-A8C2-0663BA95583A}"/>
          </ac:spMkLst>
        </pc:spChg>
        <pc:spChg chg="del">
          <ac:chgData name="Mohd T Mudassir" userId="26519942-acba-4788-a751-3d7ca22440eb" providerId="ADAL" clId="{E1ABCA6F-B4A3-41DC-BBEA-E20EF1078CAE}" dt="2021-11-17T13:10:54.191" v="209" actId="478"/>
          <ac:spMkLst>
            <pc:docMk/>
            <pc:sldMk cId="312606316" sldId="499"/>
            <ac:spMk id="76" creationId="{EF5C5F09-F44E-4D1E-BF35-CC714B6543FE}"/>
          </ac:spMkLst>
        </pc:spChg>
        <pc:spChg chg="del">
          <ac:chgData name="Mohd T Mudassir" userId="26519942-acba-4788-a751-3d7ca22440eb" providerId="ADAL" clId="{E1ABCA6F-B4A3-41DC-BBEA-E20EF1078CAE}" dt="2021-11-17T13:10:54.191" v="209" actId="478"/>
          <ac:spMkLst>
            <pc:docMk/>
            <pc:sldMk cId="312606316" sldId="499"/>
            <ac:spMk id="78" creationId="{317EA92D-5B6B-401F-BD2E-13934A2DE592}"/>
          </ac:spMkLst>
        </pc:spChg>
        <pc:spChg chg="del">
          <ac:chgData name="Mohd T Mudassir" userId="26519942-acba-4788-a751-3d7ca22440eb" providerId="ADAL" clId="{E1ABCA6F-B4A3-41DC-BBEA-E20EF1078CAE}" dt="2021-11-17T13:10:54.191" v="209" actId="478"/>
          <ac:spMkLst>
            <pc:docMk/>
            <pc:sldMk cId="312606316" sldId="499"/>
            <ac:spMk id="79" creationId="{436F4232-73AC-41FF-91D7-B504C7213A11}"/>
          </ac:spMkLst>
        </pc:spChg>
        <pc:spChg chg="del">
          <ac:chgData name="Mohd T Mudassir" userId="26519942-acba-4788-a751-3d7ca22440eb" providerId="ADAL" clId="{E1ABCA6F-B4A3-41DC-BBEA-E20EF1078CAE}" dt="2021-11-17T13:10:54.191" v="209" actId="478"/>
          <ac:spMkLst>
            <pc:docMk/>
            <pc:sldMk cId="312606316" sldId="499"/>
            <ac:spMk id="81" creationId="{D1B9760A-EF33-4F9F-AF18-4F8CC6B7F8DC}"/>
          </ac:spMkLst>
        </pc:spChg>
        <pc:spChg chg="del">
          <ac:chgData name="Mohd T Mudassir" userId="26519942-acba-4788-a751-3d7ca22440eb" providerId="ADAL" clId="{E1ABCA6F-B4A3-41DC-BBEA-E20EF1078CAE}" dt="2021-11-17T13:10:54.191" v="209" actId="478"/>
          <ac:spMkLst>
            <pc:docMk/>
            <pc:sldMk cId="312606316" sldId="499"/>
            <ac:spMk id="83" creationId="{F5E6B778-8BA4-48C5-A05F-838DB94311EC}"/>
          </ac:spMkLst>
        </pc:spChg>
        <pc:spChg chg="del">
          <ac:chgData name="Mohd T Mudassir" userId="26519942-acba-4788-a751-3d7ca22440eb" providerId="ADAL" clId="{E1ABCA6F-B4A3-41DC-BBEA-E20EF1078CAE}" dt="2021-11-17T13:10:54.191" v="209" actId="478"/>
          <ac:spMkLst>
            <pc:docMk/>
            <pc:sldMk cId="312606316" sldId="499"/>
            <ac:spMk id="84" creationId="{248FC48A-0018-496A-8D47-A1D74812A1E0}"/>
          </ac:spMkLst>
        </pc:spChg>
        <pc:spChg chg="del">
          <ac:chgData name="Mohd T Mudassir" userId="26519942-acba-4788-a751-3d7ca22440eb" providerId="ADAL" clId="{E1ABCA6F-B4A3-41DC-BBEA-E20EF1078CAE}" dt="2021-11-17T13:10:54.191" v="209" actId="478"/>
          <ac:spMkLst>
            <pc:docMk/>
            <pc:sldMk cId="312606316" sldId="499"/>
            <ac:spMk id="85" creationId="{F4975BC0-4F04-42AC-943E-5D7A67DADEF2}"/>
          </ac:spMkLst>
        </pc:spChg>
        <pc:spChg chg="add mod">
          <ac:chgData name="Mohd T Mudassir" userId="26519942-acba-4788-a751-3d7ca22440eb" providerId="ADAL" clId="{E1ABCA6F-B4A3-41DC-BBEA-E20EF1078CAE}" dt="2021-11-17T13:11:55.906" v="220" actId="207"/>
          <ac:spMkLst>
            <pc:docMk/>
            <pc:sldMk cId="312606316" sldId="499"/>
            <ac:spMk id="86" creationId="{85CD113E-AAC5-4F2A-8B55-83B774D16316}"/>
          </ac:spMkLst>
        </pc:spChg>
        <pc:spChg chg="add mod">
          <ac:chgData name="Mohd T Mudassir" userId="26519942-acba-4788-a751-3d7ca22440eb" providerId="ADAL" clId="{E1ABCA6F-B4A3-41DC-BBEA-E20EF1078CAE}" dt="2021-11-17T13:12:15.467" v="221" actId="207"/>
          <ac:spMkLst>
            <pc:docMk/>
            <pc:sldMk cId="312606316" sldId="499"/>
            <ac:spMk id="87" creationId="{E4B690AD-2485-4F3B-9B59-2628EE0144D5}"/>
          </ac:spMkLst>
        </pc:spChg>
        <pc:grpChg chg="add mod">
          <ac:chgData name="Mohd T Mudassir" userId="26519942-acba-4788-a751-3d7ca22440eb" providerId="ADAL" clId="{E1ABCA6F-B4A3-41DC-BBEA-E20EF1078CAE}" dt="2021-11-17T13:11:55.906" v="220" actId="207"/>
          <ac:grpSpMkLst>
            <pc:docMk/>
            <pc:sldMk cId="312606316" sldId="499"/>
            <ac:grpSpMk id="35" creationId="{47D0BF5F-90DE-454E-A77C-C06FD36FCF40}"/>
          </ac:grpSpMkLst>
        </pc:grpChg>
        <pc:grpChg chg="add mod">
          <ac:chgData name="Mohd T Mudassir" userId="26519942-acba-4788-a751-3d7ca22440eb" providerId="ADAL" clId="{E1ABCA6F-B4A3-41DC-BBEA-E20EF1078CAE}" dt="2021-11-17T13:11:55.906" v="220" actId="207"/>
          <ac:grpSpMkLst>
            <pc:docMk/>
            <pc:sldMk cId="312606316" sldId="499"/>
            <ac:grpSpMk id="49" creationId="{3825CA54-8C89-4EA8-901A-49600A9E7616}"/>
          </ac:grpSpMkLst>
        </pc:grpChg>
        <pc:graphicFrameChg chg="add mod">
          <ac:chgData name="Mohd T Mudassir" userId="26519942-acba-4788-a751-3d7ca22440eb" providerId="ADAL" clId="{E1ABCA6F-B4A3-41DC-BBEA-E20EF1078CAE}" dt="2021-11-17T13:11:55.906" v="220" actId="207"/>
          <ac:graphicFrameMkLst>
            <pc:docMk/>
            <pc:sldMk cId="312606316" sldId="499"/>
            <ac:graphicFrameMk id="40" creationId="{AEFC6CB6-5640-4BA9-8BBF-B29365B90735}"/>
          </ac:graphicFrameMkLst>
        </pc:graphicFrameChg>
        <pc:graphicFrameChg chg="add mod">
          <ac:chgData name="Mohd T Mudassir" userId="26519942-acba-4788-a751-3d7ca22440eb" providerId="ADAL" clId="{E1ABCA6F-B4A3-41DC-BBEA-E20EF1078CAE}" dt="2021-11-17T13:11:55.906" v="220" actId="207"/>
          <ac:graphicFrameMkLst>
            <pc:docMk/>
            <pc:sldMk cId="312606316" sldId="499"/>
            <ac:graphicFrameMk id="54" creationId="{FE528658-0F54-43A4-87DF-D47DF766F1AA}"/>
          </ac:graphicFrameMkLst>
        </pc:graphicFrameChg>
        <pc:graphicFrameChg chg="del">
          <ac:chgData name="Mohd T Mudassir" userId="26519942-acba-4788-a751-3d7ca22440eb" providerId="ADAL" clId="{E1ABCA6F-B4A3-41DC-BBEA-E20EF1078CAE}" dt="2021-11-17T13:10:54.191" v="209" actId="478"/>
          <ac:graphicFrameMkLst>
            <pc:docMk/>
            <pc:sldMk cId="312606316" sldId="499"/>
            <ac:graphicFrameMk id="67" creationId="{8EFA0052-7E59-4973-A674-DC628662C188}"/>
          </ac:graphicFrameMkLst>
        </pc:graphicFrameChg>
        <pc:graphicFrameChg chg="del">
          <ac:chgData name="Mohd T Mudassir" userId="26519942-acba-4788-a751-3d7ca22440eb" providerId="ADAL" clId="{E1ABCA6F-B4A3-41DC-BBEA-E20EF1078CAE}" dt="2021-11-17T13:10:54.191" v="209" actId="478"/>
          <ac:graphicFrameMkLst>
            <pc:docMk/>
            <pc:sldMk cId="312606316" sldId="499"/>
            <ac:graphicFrameMk id="70" creationId="{BE079252-870D-43D1-B923-6B5CC9FFB9A2}"/>
          </ac:graphicFrameMkLst>
        </pc:graphicFrameChg>
        <pc:graphicFrameChg chg="del">
          <ac:chgData name="Mohd T Mudassir" userId="26519942-acba-4788-a751-3d7ca22440eb" providerId="ADAL" clId="{E1ABCA6F-B4A3-41DC-BBEA-E20EF1078CAE}" dt="2021-11-17T13:10:54.191" v="209" actId="478"/>
          <ac:graphicFrameMkLst>
            <pc:docMk/>
            <pc:sldMk cId="312606316" sldId="499"/>
            <ac:graphicFrameMk id="77" creationId="{E3E2CE97-EDF4-4135-883E-6928E0E15F10}"/>
          </ac:graphicFrameMkLst>
        </pc:graphicFrameChg>
        <pc:graphicFrameChg chg="del">
          <ac:chgData name="Mohd T Mudassir" userId="26519942-acba-4788-a751-3d7ca22440eb" providerId="ADAL" clId="{E1ABCA6F-B4A3-41DC-BBEA-E20EF1078CAE}" dt="2021-11-17T13:10:54.191" v="209" actId="478"/>
          <ac:graphicFrameMkLst>
            <pc:docMk/>
            <pc:sldMk cId="312606316" sldId="499"/>
            <ac:graphicFrameMk id="80" creationId="{2F640DB0-425D-41B8-A527-453EE4BAE6FD}"/>
          </ac:graphicFrameMkLst>
        </pc:graphicFrameChg>
        <pc:picChg chg="mod">
          <ac:chgData name="Mohd T Mudassir" userId="26519942-acba-4788-a751-3d7ca22440eb" providerId="ADAL" clId="{E1ABCA6F-B4A3-41DC-BBEA-E20EF1078CAE}" dt="2021-11-17T13:11:55.906" v="220" actId="207"/>
          <ac:picMkLst>
            <pc:docMk/>
            <pc:sldMk cId="312606316" sldId="499"/>
            <ac:picMk id="37" creationId="{53F8103D-DDA6-4763-8C7F-623DE46DAE02}"/>
          </ac:picMkLst>
        </pc:picChg>
        <pc:picChg chg="mod">
          <ac:chgData name="Mohd T Mudassir" userId="26519942-acba-4788-a751-3d7ca22440eb" providerId="ADAL" clId="{E1ABCA6F-B4A3-41DC-BBEA-E20EF1078CAE}" dt="2021-11-17T13:11:55.906" v="220" actId="207"/>
          <ac:picMkLst>
            <pc:docMk/>
            <pc:sldMk cId="312606316" sldId="499"/>
            <ac:picMk id="38" creationId="{0B92925C-27CA-46EE-AF0F-C5C5CDBA7EC1}"/>
          </ac:picMkLst>
        </pc:picChg>
        <pc:picChg chg="add mod">
          <ac:chgData name="Mohd T Mudassir" userId="26519942-acba-4788-a751-3d7ca22440eb" providerId="ADAL" clId="{E1ABCA6F-B4A3-41DC-BBEA-E20EF1078CAE}" dt="2021-11-17T13:11:55.906" v="220" actId="207"/>
          <ac:picMkLst>
            <pc:docMk/>
            <pc:sldMk cId="312606316" sldId="499"/>
            <ac:picMk id="41" creationId="{07F63D16-165A-425F-BD3E-9AB760911C13}"/>
          </ac:picMkLst>
        </pc:picChg>
        <pc:picChg chg="add mod">
          <ac:chgData name="Mohd T Mudassir" userId="26519942-acba-4788-a751-3d7ca22440eb" providerId="ADAL" clId="{E1ABCA6F-B4A3-41DC-BBEA-E20EF1078CAE}" dt="2021-11-17T13:11:55.906" v="220" actId="207"/>
          <ac:picMkLst>
            <pc:docMk/>
            <pc:sldMk cId="312606316" sldId="499"/>
            <ac:picMk id="44" creationId="{C098E140-263A-4F83-AC6D-D5E72EFC0922}"/>
          </ac:picMkLst>
        </pc:picChg>
        <pc:picChg chg="add mod">
          <ac:chgData name="Mohd T Mudassir" userId="26519942-acba-4788-a751-3d7ca22440eb" providerId="ADAL" clId="{E1ABCA6F-B4A3-41DC-BBEA-E20EF1078CAE}" dt="2021-11-17T13:11:55.906" v="220" actId="207"/>
          <ac:picMkLst>
            <pc:docMk/>
            <pc:sldMk cId="312606316" sldId="499"/>
            <ac:picMk id="48" creationId="{02501FF6-0E5B-4CDE-B0A2-6D0485409225}"/>
          </ac:picMkLst>
        </pc:picChg>
        <pc:picChg chg="mod">
          <ac:chgData name="Mohd T Mudassir" userId="26519942-acba-4788-a751-3d7ca22440eb" providerId="ADAL" clId="{E1ABCA6F-B4A3-41DC-BBEA-E20EF1078CAE}" dt="2021-11-17T13:11:54.595" v="219" actId="1076"/>
          <ac:picMkLst>
            <pc:docMk/>
            <pc:sldMk cId="312606316" sldId="499"/>
            <ac:picMk id="51" creationId="{29537983-2D0C-4A9A-AAC2-BC883E602C2B}"/>
          </ac:picMkLst>
        </pc:picChg>
        <pc:picChg chg="mod">
          <ac:chgData name="Mohd T Mudassir" userId="26519942-acba-4788-a751-3d7ca22440eb" providerId="ADAL" clId="{E1ABCA6F-B4A3-41DC-BBEA-E20EF1078CAE}" dt="2021-11-17T13:11:54.595" v="219" actId="1076"/>
          <ac:picMkLst>
            <pc:docMk/>
            <pc:sldMk cId="312606316" sldId="499"/>
            <ac:picMk id="52" creationId="{9748FDAF-3FB3-4160-9BC4-F76E82537460}"/>
          </ac:picMkLst>
        </pc:picChg>
        <pc:picChg chg="del">
          <ac:chgData name="Mohd T Mudassir" userId="26519942-acba-4788-a751-3d7ca22440eb" providerId="ADAL" clId="{E1ABCA6F-B4A3-41DC-BBEA-E20EF1078CAE}" dt="2021-11-17T13:10:54.191" v="209" actId="478"/>
          <ac:picMkLst>
            <pc:docMk/>
            <pc:sldMk cId="312606316" sldId="499"/>
            <ac:picMk id="72" creationId="{174749B7-485A-4902-AC3C-CAC00AF13243}"/>
          </ac:picMkLst>
        </pc:picChg>
        <pc:picChg chg="del">
          <ac:chgData name="Mohd T Mudassir" userId="26519942-acba-4788-a751-3d7ca22440eb" providerId="ADAL" clId="{E1ABCA6F-B4A3-41DC-BBEA-E20EF1078CAE}" dt="2021-11-17T13:10:54.191" v="209" actId="478"/>
          <ac:picMkLst>
            <pc:docMk/>
            <pc:sldMk cId="312606316" sldId="499"/>
            <ac:picMk id="75" creationId="{1E2AAA59-FC95-4DB0-B6FD-E50CFC17E5B7}"/>
          </ac:picMkLst>
        </pc:picChg>
        <pc:picChg chg="del">
          <ac:chgData name="Mohd T Mudassir" userId="26519942-acba-4788-a751-3d7ca22440eb" providerId="ADAL" clId="{E1ABCA6F-B4A3-41DC-BBEA-E20EF1078CAE}" dt="2021-11-17T13:10:54.191" v="209" actId="478"/>
          <ac:picMkLst>
            <pc:docMk/>
            <pc:sldMk cId="312606316" sldId="499"/>
            <ac:picMk id="82" creationId="{A2846A6A-0975-4D9D-8E24-0362DDA1322D}"/>
          </ac:picMkLst>
        </pc:picChg>
        <pc:cxnChg chg="del">
          <ac:chgData name="Mohd T Mudassir" userId="26519942-acba-4788-a751-3d7ca22440eb" providerId="ADAL" clId="{E1ABCA6F-B4A3-41DC-BBEA-E20EF1078CAE}" dt="2021-11-17T13:10:54.191" v="209" actId="478"/>
          <ac:cxnSpMkLst>
            <pc:docMk/>
            <pc:sldMk cId="312606316" sldId="499"/>
            <ac:cxnSpMk id="7" creationId="{2234603D-7D64-4E1D-8836-E9D73019308C}"/>
          </ac:cxnSpMkLst>
        </pc:cxnChg>
        <pc:cxnChg chg="del">
          <ac:chgData name="Mohd T Mudassir" userId="26519942-acba-4788-a751-3d7ca22440eb" providerId="ADAL" clId="{E1ABCA6F-B4A3-41DC-BBEA-E20EF1078CAE}" dt="2021-11-17T13:10:54.191" v="209" actId="478"/>
          <ac:cxnSpMkLst>
            <pc:docMk/>
            <pc:sldMk cId="312606316" sldId="499"/>
            <ac:cxnSpMk id="9" creationId="{D2CDE0B3-97BB-4B1A-8017-FAC71C8B40B8}"/>
          </ac:cxnSpMkLst>
        </pc:cxnChg>
        <pc:cxnChg chg="del">
          <ac:chgData name="Mohd T Mudassir" userId="26519942-acba-4788-a751-3d7ca22440eb" providerId="ADAL" clId="{E1ABCA6F-B4A3-41DC-BBEA-E20EF1078CAE}" dt="2021-11-17T13:10:54.191" v="209" actId="478"/>
          <ac:cxnSpMkLst>
            <pc:docMk/>
            <pc:sldMk cId="312606316" sldId="499"/>
            <ac:cxnSpMk id="11" creationId="{907692B7-3BAE-4F6E-9F3D-68C67C9E8631}"/>
          </ac:cxnSpMkLst>
        </pc:cxnChg>
        <pc:cxnChg chg="del">
          <ac:chgData name="Mohd T Mudassir" userId="26519942-acba-4788-a751-3d7ca22440eb" providerId="ADAL" clId="{E1ABCA6F-B4A3-41DC-BBEA-E20EF1078CAE}" dt="2021-11-17T13:10:54.191" v="209" actId="478"/>
          <ac:cxnSpMkLst>
            <pc:docMk/>
            <pc:sldMk cId="312606316" sldId="499"/>
            <ac:cxnSpMk id="15" creationId="{90E46F8D-CD59-4CC0-9811-79AA3BB03994}"/>
          </ac:cxnSpMkLst>
        </pc:cxnChg>
        <pc:cxnChg chg="del">
          <ac:chgData name="Mohd T Mudassir" userId="26519942-acba-4788-a751-3d7ca22440eb" providerId="ADAL" clId="{E1ABCA6F-B4A3-41DC-BBEA-E20EF1078CAE}" dt="2021-11-17T13:10:54.191" v="209" actId="478"/>
          <ac:cxnSpMkLst>
            <pc:docMk/>
            <pc:sldMk cId="312606316" sldId="499"/>
            <ac:cxnSpMk id="17" creationId="{DE50F725-F750-4654-B5CC-75EDC8170E36}"/>
          </ac:cxnSpMkLst>
        </pc:cxnChg>
        <pc:cxnChg chg="del">
          <ac:chgData name="Mohd T Mudassir" userId="26519942-acba-4788-a751-3d7ca22440eb" providerId="ADAL" clId="{E1ABCA6F-B4A3-41DC-BBEA-E20EF1078CAE}" dt="2021-11-17T13:10:54.191" v="209" actId="478"/>
          <ac:cxnSpMkLst>
            <pc:docMk/>
            <pc:sldMk cId="312606316" sldId="499"/>
            <ac:cxnSpMk id="22" creationId="{96972EF7-9ADD-41B8-A982-252D25828752}"/>
          </ac:cxnSpMkLst>
        </pc:cxnChg>
      </pc:sldChg>
      <pc:sldChg chg="addSp delSp modSp add modAnim modNotesTx">
        <pc:chgData name="Mohd T Mudassir" userId="26519942-acba-4788-a751-3d7ca22440eb" providerId="ADAL" clId="{E1ABCA6F-B4A3-41DC-BBEA-E20EF1078CAE}" dt="2021-11-17T13:17:42.972" v="289" actId="20577"/>
        <pc:sldMkLst>
          <pc:docMk/>
          <pc:sldMk cId="3900979124" sldId="500"/>
        </pc:sldMkLst>
        <pc:spChg chg="del">
          <ac:chgData name="Mohd T Mudassir" userId="26519942-acba-4788-a751-3d7ca22440eb" providerId="ADAL" clId="{E1ABCA6F-B4A3-41DC-BBEA-E20EF1078CAE}" dt="2021-11-17T13:13:02.543" v="224" actId="478"/>
          <ac:spMkLst>
            <pc:docMk/>
            <pc:sldMk cId="3900979124" sldId="500"/>
            <ac:spMk id="31" creationId="{49AF38F5-4860-43E7-9235-43CE66767DF6}"/>
          </ac:spMkLst>
        </pc:spChg>
        <pc:spChg chg="del">
          <ac:chgData name="Mohd T Mudassir" userId="26519942-acba-4788-a751-3d7ca22440eb" providerId="ADAL" clId="{E1ABCA6F-B4A3-41DC-BBEA-E20EF1078CAE}" dt="2021-11-17T13:13:02.543" v="224" actId="478"/>
          <ac:spMkLst>
            <pc:docMk/>
            <pc:sldMk cId="3900979124" sldId="500"/>
            <ac:spMk id="32" creationId="{B87B926B-102B-43CA-A29B-006059D18346}"/>
          </ac:spMkLst>
        </pc:spChg>
        <pc:spChg chg="del">
          <ac:chgData name="Mohd T Mudassir" userId="26519942-acba-4788-a751-3d7ca22440eb" providerId="ADAL" clId="{E1ABCA6F-B4A3-41DC-BBEA-E20EF1078CAE}" dt="2021-11-17T13:13:02.543" v="224" actId="478"/>
          <ac:spMkLst>
            <pc:docMk/>
            <pc:sldMk cId="3900979124" sldId="500"/>
            <ac:spMk id="33" creationId="{AE4FF8C1-2ABF-4D4B-A9D3-C8690EEBE87A}"/>
          </ac:spMkLst>
        </pc:spChg>
        <pc:spChg chg="del">
          <ac:chgData name="Mohd T Mudassir" userId="26519942-acba-4788-a751-3d7ca22440eb" providerId="ADAL" clId="{E1ABCA6F-B4A3-41DC-BBEA-E20EF1078CAE}" dt="2021-11-17T13:13:02.543" v="224" actId="478"/>
          <ac:spMkLst>
            <pc:docMk/>
            <pc:sldMk cId="3900979124" sldId="500"/>
            <ac:spMk id="34" creationId="{6F39AF15-A8A3-48F4-999D-EDE63AEF021B}"/>
          </ac:spMkLst>
        </pc:spChg>
        <pc:spChg chg="del">
          <ac:chgData name="Mohd T Mudassir" userId="26519942-acba-4788-a751-3d7ca22440eb" providerId="ADAL" clId="{E1ABCA6F-B4A3-41DC-BBEA-E20EF1078CAE}" dt="2021-11-17T13:13:02.543" v="224" actId="478"/>
          <ac:spMkLst>
            <pc:docMk/>
            <pc:sldMk cId="3900979124" sldId="500"/>
            <ac:spMk id="42" creationId="{D11873D5-4D42-48A7-B1E0-675594C8977D}"/>
          </ac:spMkLst>
        </pc:spChg>
        <pc:spChg chg="del">
          <ac:chgData name="Mohd T Mudassir" userId="26519942-acba-4788-a751-3d7ca22440eb" providerId="ADAL" clId="{E1ABCA6F-B4A3-41DC-BBEA-E20EF1078CAE}" dt="2021-11-17T13:13:02.543" v="224" actId="478"/>
          <ac:spMkLst>
            <pc:docMk/>
            <pc:sldMk cId="3900979124" sldId="500"/>
            <ac:spMk id="43" creationId="{34F1F399-0CF0-47C4-83E1-3AE82E978E2C}"/>
          </ac:spMkLst>
        </pc:spChg>
        <pc:spChg chg="del">
          <ac:chgData name="Mohd T Mudassir" userId="26519942-acba-4788-a751-3d7ca22440eb" providerId="ADAL" clId="{E1ABCA6F-B4A3-41DC-BBEA-E20EF1078CAE}" dt="2021-11-17T13:13:02.543" v="224" actId="478"/>
          <ac:spMkLst>
            <pc:docMk/>
            <pc:sldMk cId="3900979124" sldId="500"/>
            <ac:spMk id="45" creationId="{13D919C1-D986-408F-8838-D02179AA5C2F}"/>
          </ac:spMkLst>
        </pc:spChg>
        <pc:spChg chg="del">
          <ac:chgData name="Mohd T Mudassir" userId="26519942-acba-4788-a751-3d7ca22440eb" providerId="ADAL" clId="{E1ABCA6F-B4A3-41DC-BBEA-E20EF1078CAE}" dt="2021-11-17T13:13:02.543" v="224" actId="478"/>
          <ac:spMkLst>
            <pc:docMk/>
            <pc:sldMk cId="3900979124" sldId="500"/>
            <ac:spMk id="46" creationId="{07B2913E-1C93-474B-9806-AB5205040FB6}"/>
          </ac:spMkLst>
        </pc:spChg>
        <pc:spChg chg="del">
          <ac:chgData name="Mohd T Mudassir" userId="26519942-acba-4788-a751-3d7ca22440eb" providerId="ADAL" clId="{E1ABCA6F-B4A3-41DC-BBEA-E20EF1078CAE}" dt="2021-11-17T13:13:02.543" v="224" actId="478"/>
          <ac:spMkLst>
            <pc:docMk/>
            <pc:sldMk cId="3900979124" sldId="500"/>
            <ac:spMk id="47" creationId="{A76A6614-75E0-48AA-8ED0-95E500ED8DF6}"/>
          </ac:spMkLst>
        </pc:spChg>
        <pc:spChg chg="del">
          <ac:chgData name="Mohd T Mudassir" userId="26519942-acba-4788-a751-3d7ca22440eb" providerId="ADAL" clId="{E1ABCA6F-B4A3-41DC-BBEA-E20EF1078CAE}" dt="2021-11-17T13:13:02.543" v="224" actId="478"/>
          <ac:spMkLst>
            <pc:docMk/>
            <pc:sldMk cId="3900979124" sldId="500"/>
            <ac:spMk id="55" creationId="{1CF95473-EADB-42A8-ACD8-37EF501C70E6}"/>
          </ac:spMkLst>
        </pc:spChg>
        <pc:spChg chg="del">
          <ac:chgData name="Mohd T Mudassir" userId="26519942-acba-4788-a751-3d7ca22440eb" providerId="ADAL" clId="{E1ABCA6F-B4A3-41DC-BBEA-E20EF1078CAE}" dt="2021-11-17T13:13:02.543" v="224" actId="478"/>
          <ac:spMkLst>
            <pc:docMk/>
            <pc:sldMk cId="3900979124" sldId="500"/>
            <ac:spMk id="56" creationId="{02E93E29-9217-48CE-B4A9-9D4A14940DA7}"/>
          </ac:spMkLst>
        </pc:spChg>
        <pc:spChg chg="del">
          <ac:chgData name="Mohd T Mudassir" userId="26519942-acba-4788-a751-3d7ca22440eb" providerId="ADAL" clId="{E1ABCA6F-B4A3-41DC-BBEA-E20EF1078CAE}" dt="2021-11-17T13:13:02.543" v="224" actId="478"/>
          <ac:spMkLst>
            <pc:docMk/>
            <pc:sldMk cId="3900979124" sldId="500"/>
            <ac:spMk id="57" creationId="{FDCF3CC7-4F03-4E4F-AD8D-4F251BBA7214}"/>
          </ac:spMkLst>
        </pc:spChg>
        <pc:spChg chg="del">
          <ac:chgData name="Mohd T Mudassir" userId="26519942-acba-4788-a751-3d7ca22440eb" providerId="ADAL" clId="{E1ABCA6F-B4A3-41DC-BBEA-E20EF1078CAE}" dt="2021-11-17T13:13:02.543" v="224" actId="478"/>
          <ac:spMkLst>
            <pc:docMk/>
            <pc:sldMk cId="3900979124" sldId="500"/>
            <ac:spMk id="58" creationId="{0BE16023-24D2-4E73-8C83-B2B186BBC5B7}"/>
          </ac:spMkLst>
        </pc:spChg>
        <pc:spChg chg="del">
          <ac:chgData name="Mohd T Mudassir" userId="26519942-acba-4788-a751-3d7ca22440eb" providerId="ADAL" clId="{E1ABCA6F-B4A3-41DC-BBEA-E20EF1078CAE}" dt="2021-11-17T13:13:02.543" v="224" actId="478"/>
          <ac:spMkLst>
            <pc:docMk/>
            <pc:sldMk cId="3900979124" sldId="500"/>
            <ac:spMk id="59" creationId="{131D57EB-54B5-48CE-881C-C9BF70F16F7D}"/>
          </ac:spMkLst>
        </pc:spChg>
        <pc:spChg chg="del">
          <ac:chgData name="Mohd T Mudassir" userId="26519942-acba-4788-a751-3d7ca22440eb" providerId="ADAL" clId="{E1ABCA6F-B4A3-41DC-BBEA-E20EF1078CAE}" dt="2021-11-17T13:13:02.543" v="224" actId="478"/>
          <ac:spMkLst>
            <pc:docMk/>
            <pc:sldMk cId="3900979124" sldId="500"/>
            <ac:spMk id="60" creationId="{6E214D24-FDDD-4F6A-952D-30905E28EE1F}"/>
          </ac:spMkLst>
        </pc:spChg>
        <pc:spChg chg="del">
          <ac:chgData name="Mohd T Mudassir" userId="26519942-acba-4788-a751-3d7ca22440eb" providerId="ADAL" clId="{E1ABCA6F-B4A3-41DC-BBEA-E20EF1078CAE}" dt="2021-11-17T13:13:02.543" v="224" actId="478"/>
          <ac:spMkLst>
            <pc:docMk/>
            <pc:sldMk cId="3900979124" sldId="500"/>
            <ac:spMk id="61" creationId="{271783B8-930B-4AEA-BD6F-1FB2261F8D0E}"/>
          </ac:spMkLst>
        </pc:spChg>
        <pc:spChg chg="del">
          <ac:chgData name="Mohd T Mudassir" userId="26519942-acba-4788-a751-3d7ca22440eb" providerId="ADAL" clId="{E1ABCA6F-B4A3-41DC-BBEA-E20EF1078CAE}" dt="2021-11-17T13:13:02.543" v="224" actId="478"/>
          <ac:spMkLst>
            <pc:docMk/>
            <pc:sldMk cId="3900979124" sldId="500"/>
            <ac:spMk id="62" creationId="{AA992D92-7C22-482E-A091-AE3CBE5AA26F}"/>
          </ac:spMkLst>
        </pc:spChg>
        <pc:spChg chg="del">
          <ac:chgData name="Mohd T Mudassir" userId="26519942-acba-4788-a751-3d7ca22440eb" providerId="ADAL" clId="{E1ABCA6F-B4A3-41DC-BBEA-E20EF1078CAE}" dt="2021-11-17T13:13:02.543" v="224" actId="478"/>
          <ac:spMkLst>
            <pc:docMk/>
            <pc:sldMk cId="3900979124" sldId="500"/>
            <ac:spMk id="63" creationId="{E1613D31-A47C-4054-94B0-863B07FA2E5A}"/>
          </ac:spMkLst>
        </pc:spChg>
        <pc:spChg chg="del">
          <ac:chgData name="Mohd T Mudassir" userId="26519942-acba-4788-a751-3d7ca22440eb" providerId="ADAL" clId="{E1ABCA6F-B4A3-41DC-BBEA-E20EF1078CAE}" dt="2021-11-17T13:13:02.543" v="224" actId="478"/>
          <ac:spMkLst>
            <pc:docMk/>
            <pc:sldMk cId="3900979124" sldId="500"/>
            <ac:spMk id="64" creationId="{DE384296-C45B-4271-B116-BEE919085AAD}"/>
          </ac:spMkLst>
        </pc:spChg>
        <pc:spChg chg="del">
          <ac:chgData name="Mohd T Mudassir" userId="26519942-acba-4788-a751-3d7ca22440eb" providerId="ADAL" clId="{E1ABCA6F-B4A3-41DC-BBEA-E20EF1078CAE}" dt="2021-11-17T13:13:02.543" v="224" actId="478"/>
          <ac:spMkLst>
            <pc:docMk/>
            <pc:sldMk cId="3900979124" sldId="500"/>
            <ac:spMk id="65" creationId="{BEABD376-BDA5-4BD4-8A30-866BE9D29C95}"/>
          </ac:spMkLst>
        </pc:spChg>
        <pc:spChg chg="add mod">
          <ac:chgData name="Mohd T Mudassir" userId="26519942-acba-4788-a751-3d7ca22440eb" providerId="ADAL" clId="{E1ABCA6F-B4A3-41DC-BBEA-E20EF1078CAE}" dt="2021-11-17T13:13:28.376" v="226" actId="207"/>
          <ac:spMkLst>
            <pc:docMk/>
            <pc:sldMk cId="3900979124" sldId="500"/>
            <ac:spMk id="66" creationId="{89C1CFE0-9492-4B6A-A21B-3A65C0169FAB}"/>
          </ac:spMkLst>
        </pc:spChg>
        <pc:spChg chg="add mod">
          <ac:chgData name="Mohd T Mudassir" userId="26519942-acba-4788-a751-3d7ca22440eb" providerId="ADAL" clId="{E1ABCA6F-B4A3-41DC-BBEA-E20EF1078CAE}" dt="2021-11-17T13:13:28.376" v="226" actId="207"/>
          <ac:spMkLst>
            <pc:docMk/>
            <pc:sldMk cId="3900979124" sldId="500"/>
            <ac:spMk id="67" creationId="{2185FCB2-AB86-45EF-BB05-8988A0F7BA9B}"/>
          </ac:spMkLst>
        </pc:spChg>
        <pc:spChg chg="del">
          <ac:chgData name="Mohd T Mudassir" userId="26519942-acba-4788-a751-3d7ca22440eb" providerId="ADAL" clId="{E1ABCA6F-B4A3-41DC-BBEA-E20EF1078CAE}" dt="2021-11-17T13:13:02.543" v="224" actId="478"/>
          <ac:spMkLst>
            <pc:docMk/>
            <pc:sldMk cId="3900979124" sldId="500"/>
            <ac:spMk id="69" creationId="{F369A38F-CC68-4B95-A1E3-0F45A4B7086A}"/>
          </ac:spMkLst>
        </pc:spChg>
        <pc:spChg chg="add mod">
          <ac:chgData name="Mohd T Mudassir" userId="26519942-acba-4788-a751-3d7ca22440eb" providerId="ADAL" clId="{E1ABCA6F-B4A3-41DC-BBEA-E20EF1078CAE}" dt="2021-11-17T13:13:40.390" v="229" actId="207"/>
          <ac:spMkLst>
            <pc:docMk/>
            <pc:sldMk cId="3900979124" sldId="500"/>
            <ac:spMk id="71" creationId="{6C37E746-65E9-427D-AD55-DCDCE9BA581D}"/>
          </ac:spMkLst>
        </pc:spChg>
        <pc:spChg chg="add mod">
          <ac:chgData name="Mohd T Mudassir" userId="26519942-acba-4788-a751-3d7ca22440eb" providerId="ADAL" clId="{E1ABCA6F-B4A3-41DC-BBEA-E20EF1078CAE}" dt="2021-11-17T13:13:40.390" v="229" actId="207"/>
          <ac:spMkLst>
            <pc:docMk/>
            <pc:sldMk cId="3900979124" sldId="500"/>
            <ac:spMk id="72" creationId="{DF1ACA21-7045-4051-B9AD-44B0975B4EE8}"/>
          </ac:spMkLst>
        </pc:spChg>
        <pc:spChg chg="add mod">
          <ac:chgData name="Mohd T Mudassir" userId="26519942-acba-4788-a751-3d7ca22440eb" providerId="ADAL" clId="{E1ABCA6F-B4A3-41DC-BBEA-E20EF1078CAE}" dt="2021-11-17T13:13:40.390" v="229" actId="207"/>
          <ac:spMkLst>
            <pc:docMk/>
            <pc:sldMk cId="3900979124" sldId="500"/>
            <ac:spMk id="73" creationId="{D255E43A-E061-4404-A9B9-257314445932}"/>
          </ac:spMkLst>
        </pc:spChg>
        <pc:spChg chg="del">
          <ac:chgData name="Mohd T Mudassir" userId="26519942-acba-4788-a751-3d7ca22440eb" providerId="ADAL" clId="{E1ABCA6F-B4A3-41DC-BBEA-E20EF1078CAE}" dt="2021-11-17T13:13:02.543" v="224" actId="478"/>
          <ac:spMkLst>
            <pc:docMk/>
            <pc:sldMk cId="3900979124" sldId="500"/>
            <ac:spMk id="74" creationId="{BE407BC5-3227-41B2-A8C2-0663BA95583A}"/>
          </ac:spMkLst>
        </pc:spChg>
        <pc:spChg chg="add mod">
          <ac:chgData name="Mohd T Mudassir" userId="26519942-acba-4788-a751-3d7ca22440eb" providerId="ADAL" clId="{E1ABCA6F-B4A3-41DC-BBEA-E20EF1078CAE}" dt="2021-11-17T13:13:40.390" v="229" actId="207"/>
          <ac:spMkLst>
            <pc:docMk/>
            <pc:sldMk cId="3900979124" sldId="500"/>
            <ac:spMk id="75" creationId="{F3677D6B-FF8E-4586-9688-BCFA172F164A}"/>
          </ac:spMkLst>
        </pc:spChg>
        <pc:spChg chg="add mod">
          <ac:chgData name="Mohd T Mudassir" userId="26519942-acba-4788-a751-3d7ca22440eb" providerId="ADAL" clId="{E1ABCA6F-B4A3-41DC-BBEA-E20EF1078CAE}" dt="2021-11-17T13:13:40.390" v="229" actId="207"/>
          <ac:spMkLst>
            <pc:docMk/>
            <pc:sldMk cId="3900979124" sldId="500"/>
            <ac:spMk id="76" creationId="{0162CC51-9AAE-4DB0-BC4E-59E2D566BC9D}"/>
          </ac:spMkLst>
        </pc:spChg>
        <pc:spChg chg="add mod">
          <ac:chgData name="Mohd T Mudassir" userId="26519942-acba-4788-a751-3d7ca22440eb" providerId="ADAL" clId="{E1ABCA6F-B4A3-41DC-BBEA-E20EF1078CAE}" dt="2021-11-17T13:13:40.390" v="229" actId="207"/>
          <ac:spMkLst>
            <pc:docMk/>
            <pc:sldMk cId="3900979124" sldId="500"/>
            <ac:spMk id="77" creationId="{F9BCB911-94E3-4623-A1E0-575EC4AE73E7}"/>
          </ac:spMkLst>
        </pc:spChg>
        <pc:spChg chg="add mod">
          <ac:chgData name="Mohd T Mudassir" userId="26519942-acba-4788-a751-3d7ca22440eb" providerId="ADAL" clId="{E1ABCA6F-B4A3-41DC-BBEA-E20EF1078CAE}" dt="2021-11-17T13:13:40.390" v="229" actId="207"/>
          <ac:spMkLst>
            <pc:docMk/>
            <pc:sldMk cId="3900979124" sldId="500"/>
            <ac:spMk id="80" creationId="{E157A7BA-3E42-472F-8F92-6CD0731C4A34}"/>
          </ac:spMkLst>
        </pc:spChg>
        <pc:spChg chg="add mod">
          <ac:chgData name="Mohd T Mudassir" userId="26519942-acba-4788-a751-3d7ca22440eb" providerId="ADAL" clId="{E1ABCA6F-B4A3-41DC-BBEA-E20EF1078CAE}" dt="2021-11-17T13:13:40.390" v="229" actId="207"/>
          <ac:spMkLst>
            <pc:docMk/>
            <pc:sldMk cId="3900979124" sldId="500"/>
            <ac:spMk id="81" creationId="{42D66D18-8D36-4068-BB26-BDA199702287}"/>
          </ac:spMkLst>
        </pc:spChg>
        <pc:spChg chg="add mod">
          <ac:chgData name="Mohd T Mudassir" userId="26519942-acba-4788-a751-3d7ca22440eb" providerId="ADAL" clId="{E1ABCA6F-B4A3-41DC-BBEA-E20EF1078CAE}" dt="2021-11-17T13:13:40.390" v="229" actId="207"/>
          <ac:spMkLst>
            <pc:docMk/>
            <pc:sldMk cId="3900979124" sldId="500"/>
            <ac:spMk id="82" creationId="{C02950BD-A4E6-4992-B6BE-16F49A5F18FD}"/>
          </ac:spMkLst>
        </pc:spChg>
        <pc:spChg chg="add mod">
          <ac:chgData name="Mohd T Mudassir" userId="26519942-acba-4788-a751-3d7ca22440eb" providerId="ADAL" clId="{E1ABCA6F-B4A3-41DC-BBEA-E20EF1078CAE}" dt="2021-11-17T13:13:40.390" v="229" actId="207"/>
          <ac:spMkLst>
            <pc:docMk/>
            <pc:sldMk cId="3900979124" sldId="500"/>
            <ac:spMk id="85" creationId="{059DE6D8-52C6-48BA-9A55-5BA932510DE6}"/>
          </ac:spMkLst>
        </pc:spChg>
        <pc:spChg chg="del">
          <ac:chgData name="Mohd T Mudassir" userId="26519942-acba-4788-a751-3d7ca22440eb" providerId="ADAL" clId="{E1ABCA6F-B4A3-41DC-BBEA-E20EF1078CAE}" dt="2021-11-17T13:13:02.543" v="224" actId="478"/>
          <ac:spMkLst>
            <pc:docMk/>
            <pc:sldMk cId="3900979124" sldId="500"/>
            <ac:spMk id="86" creationId="{85CD113E-AAC5-4F2A-8B55-83B774D16316}"/>
          </ac:spMkLst>
        </pc:spChg>
        <pc:spChg chg="del">
          <ac:chgData name="Mohd T Mudassir" userId="26519942-acba-4788-a751-3d7ca22440eb" providerId="ADAL" clId="{E1ABCA6F-B4A3-41DC-BBEA-E20EF1078CAE}" dt="2021-11-17T13:13:02.543" v="224" actId="478"/>
          <ac:spMkLst>
            <pc:docMk/>
            <pc:sldMk cId="3900979124" sldId="500"/>
            <ac:spMk id="87" creationId="{E4B690AD-2485-4F3B-9B59-2628EE0144D5}"/>
          </ac:spMkLst>
        </pc:spChg>
        <pc:spChg chg="add mod">
          <ac:chgData name="Mohd T Mudassir" userId="26519942-acba-4788-a751-3d7ca22440eb" providerId="ADAL" clId="{E1ABCA6F-B4A3-41DC-BBEA-E20EF1078CAE}" dt="2021-11-17T13:13:40.390" v="229" actId="207"/>
          <ac:spMkLst>
            <pc:docMk/>
            <pc:sldMk cId="3900979124" sldId="500"/>
            <ac:spMk id="88" creationId="{F3BA79D5-4334-44C5-94C5-A94A21C9ABBB}"/>
          </ac:spMkLst>
        </pc:spChg>
        <pc:spChg chg="add mod">
          <ac:chgData name="Mohd T Mudassir" userId="26519942-acba-4788-a751-3d7ca22440eb" providerId="ADAL" clId="{E1ABCA6F-B4A3-41DC-BBEA-E20EF1078CAE}" dt="2021-11-17T13:13:40.390" v="229" actId="207"/>
          <ac:spMkLst>
            <pc:docMk/>
            <pc:sldMk cId="3900979124" sldId="500"/>
            <ac:spMk id="89" creationId="{33A6B814-2B03-485A-9898-DD60001A4841}"/>
          </ac:spMkLst>
        </pc:spChg>
        <pc:spChg chg="add mod">
          <ac:chgData name="Mohd T Mudassir" userId="26519942-acba-4788-a751-3d7ca22440eb" providerId="ADAL" clId="{E1ABCA6F-B4A3-41DC-BBEA-E20EF1078CAE}" dt="2021-11-17T13:13:40.390" v="229" actId="207"/>
          <ac:spMkLst>
            <pc:docMk/>
            <pc:sldMk cId="3900979124" sldId="500"/>
            <ac:spMk id="90" creationId="{7F0057E9-59EC-41A9-836E-3306305E104E}"/>
          </ac:spMkLst>
        </pc:spChg>
        <pc:spChg chg="add mod">
          <ac:chgData name="Mohd T Mudassir" userId="26519942-acba-4788-a751-3d7ca22440eb" providerId="ADAL" clId="{E1ABCA6F-B4A3-41DC-BBEA-E20EF1078CAE}" dt="2021-11-17T13:13:40.390" v="229" actId="207"/>
          <ac:spMkLst>
            <pc:docMk/>
            <pc:sldMk cId="3900979124" sldId="500"/>
            <ac:spMk id="91" creationId="{CAD11C0A-7C8F-4086-8457-C9208A870B12}"/>
          </ac:spMkLst>
        </pc:spChg>
        <pc:spChg chg="add mod">
          <ac:chgData name="Mohd T Mudassir" userId="26519942-acba-4788-a751-3d7ca22440eb" providerId="ADAL" clId="{E1ABCA6F-B4A3-41DC-BBEA-E20EF1078CAE}" dt="2021-11-17T13:13:40.390" v="229" actId="207"/>
          <ac:spMkLst>
            <pc:docMk/>
            <pc:sldMk cId="3900979124" sldId="500"/>
            <ac:spMk id="92" creationId="{90A78C96-1224-498F-B534-A3303309CDE6}"/>
          </ac:spMkLst>
        </pc:spChg>
        <pc:spChg chg="add mod">
          <ac:chgData name="Mohd T Mudassir" userId="26519942-acba-4788-a751-3d7ca22440eb" providerId="ADAL" clId="{E1ABCA6F-B4A3-41DC-BBEA-E20EF1078CAE}" dt="2021-11-17T13:13:40.390" v="229" actId="207"/>
          <ac:spMkLst>
            <pc:docMk/>
            <pc:sldMk cId="3900979124" sldId="500"/>
            <ac:spMk id="93" creationId="{F8C82EA9-CF9A-4D7E-BA2C-589470DC77EC}"/>
          </ac:spMkLst>
        </pc:spChg>
        <pc:spChg chg="add mod">
          <ac:chgData name="Mohd T Mudassir" userId="26519942-acba-4788-a751-3d7ca22440eb" providerId="ADAL" clId="{E1ABCA6F-B4A3-41DC-BBEA-E20EF1078CAE}" dt="2021-11-17T13:13:40.390" v="229" actId="207"/>
          <ac:spMkLst>
            <pc:docMk/>
            <pc:sldMk cId="3900979124" sldId="500"/>
            <ac:spMk id="94" creationId="{4561779D-6B59-4280-8070-D4C32213851B}"/>
          </ac:spMkLst>
        </pc:spChg>
        <pc:spChg chg="add mod">
          <ac:chgData name="Mohd T Mudassir" userId="26519942-acba-4788-a751-3d7ca22440eb" providerId="ADAL" clId="{E1ABCA6F-B4A3-41DC-BBEA-E20EF1078CAE}" dt="2021-11-17T13:13:40.390" v="229" actId="207"/>
          <ac:spMkLst>
            <pc:docMk/>
            <pc:sldMk cId="3900979124" sldId="500"/>
            <ac:spMk id="95" creationId="{3A4818D7-D8DC-4DE2-84FF-BC98F64CE13F}"/>
          </ac:spMkLst>
        </pc:spChg>
        <pc:spChg chg="add mod">
          <ac:chgData name="Mohd T Mudassir" userId="26519942-acba-4788-a751-3d7ca22440eb" providerId="ADAL" clId="{E1ABCA6F-B4A3-41DC-BBEA-E20EF1078CAE}" dt="2021-11-17T13:13:40.390" v="229" actId="207"/>
          <ac:spMkLst>
            <pc:docMk/>
            <pc:sldMk cId="3900979124" sldId="500"/>
            <ac:spMk id="96" creationId="{F0324588-CEA3-4230-9A63-102FDE5B1FB9}"/>
          </ac:spMkLst>
        </pc:spChg>
        <pc:grpChg chg="del">
          <ac:chgData name="Mohd T Mudassir" userId="26519942-acba-4788-a751-3d7ca22440eb" providerId="ADAL" clId="{E1ABCA6F-B4A3-41DC-BBEA-E20EF1078CAE}" dt="2021-11-17T13:13:02.543" v="224" actId="478"/>
          <ac:grpSpMkLst>
            <pc:docMk/>
            <pc:sldMk cId="3900979124" sldId="500"/>
            <ac:grpSpMk id="35" creationId="{47D0BF5F-90DE-454E-A77C-C06FD36FCF40}"/>
          </ac:grpSpMkLst>
        </pc:grpChg>
        <pc:grpChg chg="del">
          <ac:chgData name="Mohd T Mudassir" userId="26519942-acba-4788-a751-3d7ca22440eb" providerId="ADAL" clId="{E1ABCA6F-B4A3-41DC-BBEA-E20EF1078CAE}" dt="2021-11-17T13:13:02.543" v="224" actId="478"/>
          <ac:grpSpMkLst>
            <pc:docMk/>
            <pc:sldMk cId="3900979124" sldId="500"/>
            <ac:grpSpMk id="49" creationId="{3825CA54-8C89-4EA8-901A-49600A9E7616}"/>
          </ac:grpSpMkLst>
        </pc:grpChg>
        <pc:graphicFrameChg chg="del">
          <ac:chgData name="Mohd T Mudassir" userId="26519942-acba-4788-a751-3d7ca22440eb" providerId="ADAL" clId="{E1ABCA6F-B4A3-41DC-BBEA-E20EF1078CAE}" dt="2021-11-17T13:13:02.543" v="224" actId="478"/>
          <ac:graphicFrameMkLst>
            <pc:docMk/>
            <pc:sldMk cId="3900979124" sldId="500"/>
            <ac:graphicFrameMk id="40" creationId="{AEFC6CB6-5640-4BA9-8BBF-B29365B90735}"/>
          </ac:graphicFrameMkLst>
        </pc:graphicFrameChg>
        <pc:graphicFrameChg chg="del">
          <ac:chgData name="Mohd T Mudassir" userId="26519942-acba-4788-a751-3d7ca22440eb" providerId="ADAL" clId="{E1ABCA6F-B4A3-41DC-BBEA-E20EF1078CAE}" dt="2021-11-17T13:13:02.543" v="224" actId="478"/>
          <ac:graphicFrameMkLst>
            <pc:docMk/>
            <pc:sldMk cId="3900979124" sldId="500"/>
            <ac:graphicFrameMk id="54" creationId="{FE528658-0F54-43A4-87DF-D47DF766F1AA}"/>
          </ac:graphicFrameMkLst>
        </pc:graphicFrameChg>
        <pc:picChg chg="del">
          <ac:chgData name="Mohd T Mudassir" userId="26519942-acba-4788-a751-3d7ca22440eb" providerId="ADAL" clId="{E1ABCA6F-B4A3-41DC-BBEA-E20EF1078CAE}" dt="2021-11-17T13:13:02.543" v="224" actId="478"/>
          <ac:picMkLst>
            <pc:docMk/>
            <pc:sldMk cId="3900979124" sldId="500"/>
            <ac:picMk id="41" creationId="{07F63D16-165A-425F-BD3E-9AB760911C13}"/>
          </ac:picMkLst>
        </pc:picChg>
        <pc:picChg chg="del">
          <ac:chgData name="Mohd T Mudassir" userId="26519942-acba-4788-a751-3d7ca22440eb" providerId="ADAL" clId="{E1ABCA6F-B4A3-41DC-BBEA-E20EF1078CAE}" dt="2021-11-17T13:13:02.543" v="224" actId="478"/>
          <ac:picMkLst>
            <pc:docMk/>
            <pc:sldMk cId="3900979124" sldId="500"/>
            <ac:picMk id="44" creationId="{C098E140-263A-4F83-AC6D-D5E72EFC0922}"/>
          </ac:picMkLst>
        </pc:picChg>
        <pc:picChg chg="del">
          <ac:chgData name="Mohd T Mudassir" userId="26519942-acba-4788-a751-3d7ca22440eb" providerId="ADAL" clId="{E1ABCA6F-B4A3-41DC-BBEA-E20EF1078CAE}" dt="2021-11-17T13:13:02.543" v="224" actId="478"/>
          <ac:picMkLst>
            <pc:docMk/>
            <pc:sldMk cId="3900979124" sldId="500"/>
            <ac:picMk id="48" creationId="{02501FF6-0E5B-4CDE-B0A2-6D0485409225}"/>
          </ac:picMkLst>
        </pc:picChg>
        <pc:picChg chg="add mod">
          <ac:chgData name="Mohd T Mudassir" userId="26519942-acba-4788-a751-3d7ca22440eb" providerId="ADAL" clId="{E1ABCA6F-B4A3-41DC-BBEA-E20EF1078CAE}" dt="2021-11-17T13:13:40.390" v="229" actId="207"/>
          <ac:picMkLst>
            <pc:docMk/>
            <pc:sldMk cId="3900979124" sldId="500"/>
            <ac:picMk id="68" creationId="{F47D76CD-1CDA-46B6-B6A3-4C3A2FA65646}"/>
          </ac:picMkLst>
        </pc:picChg>
        <pc:picChg chg="add mod">
          <ac:chgData name="Mohd T Mudassir" userId="26519942-acba-4788-a751-3d7ca22440eb" providerId="ADAL" clId="{E1ABCA6F-B4A3-41DC-BBEA-E20EF1078CAE}" dt="2021-11-17T13:13:40.390" v="229" actId="207"/>
          <ac:picMkLst>
            <pc:docMk/>
            <pc:sldMk cId="3900979124" sldId="500"/>
            <ac:picMk id="70" creationId="{FBED2319-9B08-484E-9FB7-2FC7715393B6}"/>
          </ac:picMkLst>
        </pc:picChg>
        <pc:picChg chg="add mod">
          <ac:chgData name="Mohd T Mudassir" userId="26519942-acba-4788-a751-3d7ca22440eb" providerId="ADAL" clId="{E1ABCA6F-B4A3-41DC-BBEA-E20EF1078CAE}" dt="2021-11-17T13:13:40.390" v="229" actId="207"/>
          <ac:picMkLst>
            <pc:docMk/>
            <pc:sldMk cId="3900979124" sldId="500"/>
            <ac:picMk id="78" creationId="{377CD241-98BA-4429-AE4E-F4A06E0D07CF}"/>
          </ac:picMkLst>
        </pc:picChg>
        <pc:picChg chg="add mod">
          <ac:chgData name="Mohd T Mudassir" userId="26519942-acba-4788-a751-3d7ca22440eb" providerId="ADAL" clId="{E1ABCA6F-B4A3-41DC-BBEA-E20EF1078CAE}" dt="2021-11-17T13:13:40.390" v="229" actId="207"/>
          <ac:picMkLst>
            <pc:docMk/>
            <pc:sldMk cId="3900979124" sldId="500"/>
            <ac:picMk id="79" creationId="{FAEB2CA9-D29D-43D8-9633-F59ECFEA565C}"/>
          </ac:picMkLst>
        </pc:picChg>
        <pc:picChg chg="add mod">
          <ac:chgData name="Mohd T Mudassir" userId="26519942-acba-4788-a751-3d7ca22440eb" providerId="ADAL" clId="{E1ABCA6F-B4A3-41DC-BBEA-E20EF1078CAE}" dt="2021-11-17T13:13:40.390" v="229" actId="207"/>
          <ac:picMkLst>
            <pc:docMk/>
            <pc:sldMk cId="3900979124" sldId="500"/>
            <ac:picMk id="83" creationId="{7AFE9ADA-B0BA-4BB6-8D99-093D8FB25CD6}"/>
          </ac:picMkLst>
        </pc:picChg>
        <pc:picChg chg="add mod">
          <ac:chgData name="Mohd T Mudassir" userId="26519942-acba-4788-a751-3d7ca22440eb" providerId="ADAL" clId="{E1ABCA6F-B4A3-41DC-BBEA-E20EF1078CAE}" dt="2021-11-17T13:13:40.390" v="229" actId="207"/>
          <ac:picMkLst>
            <pc:docMk/>
            <pc:sldMk cId="3900979124" sldId="500"/>
            <ac:picMk id="84" creationId="{183155A4-1418-4004-BDE6-9220A8EAD23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3634"/>
          </a:xfrm>
          <a:prstGeom prst="rect">
            <a:avLst/>
          </a:prstGeom>
        </p:spPr>
        <p:txBody>
          <a:bodyPr vert="horz" lIns="91815" tIns="45907" rIns="91815" bIns="45907" rtlCol="0"/>
          <a:lstStyle>
            <a:lvl1pPr algn="l">
              <a:defRPr sz="1200"/>
            </a:lvl1pPr>
          </a:lstStyle>
          <a:p>
            <a:endParaRPr lang="en-IN" dirty="0"/>
          </a:p>
        </p:txBody>
      </p:sp>
      <p:sp>
        <p:nvSpPr>
          <p:cNvPr id="3" name="Date Placeholder 2"/>
          <p:cNvSpPr>
            <a:spLocks noGrp="1"/>
          </p:cNvSpPr>
          <p:nvPr>
            <p:ph type="dt" sz="quarter" idx="1"/>
          </p:nvPr>
        </p:nvSpPr>
        <p:spPr>
          <a:xfrm>
            <a:off x="3850443" y="1"/>
            <a:ext cx="2945659" cy="493634"/>
          </a:xfrm>
          <a:prstGeom prst="rect">
            <a:avLst/>
          </a:prstGeom>
        </p:spPr>
        <p:txBody>
          <a:bodyPr vert="horz" lIns="91815" tIns="45907" rIns="91815" bIns="45907" rtlCol="0"/>
          <a:lstStyle>
            <a:lvl1pPr algn="r">
              <a:defRPr sz="1200"/>
            </a:lvl1pPr>
          </a:lstStyle>
          <a:p>
            <a:fld id="{BC88E93E-22A8-4070-A270-D4D34044A5CC}" type="datetimeFigureOut">
              <a:rPr lang="en-IN" smtClean="0"/>
              <a:t>17-11-2021</a:t>
            </a:fld>
            <a:endParaRPr lang="en-IN" dirty="0"/>
          </a:p>
        </p:txBody>
      </p:sp>
      <p:sp>
        <p:nvSpPr>
          <p:cNvPr id="4" name="Footer Placeholder 3"/>
          <p:cNvSpPr>
            <a:spLocks noGrp="1"/>
          </p:cNvSpPr>
          <p:nvPr>
            <p:ph type="ftr" sz="quarter" idx="2"/>
          </p:nvPr>
        </p:nvSpPr>
        <p:spPr>
          <a:xfrm>
            <a:off x="1" y="9377318"/>
            <a:ext cx="2945659" cy="493634"/>
          </a:xfrm>
          <a:prstGeom prst="rect">
            <a:avLst/>
          </a:prstGeom>
        </p:spPr>
        <p:txBody>
          <a:bodyPr vert="horz" lIns="91815" tIns="45907" rIns="91815" bIns="45907" rtlCol="0" anchor="b"/>
          <a:lstStyle>
            <a:lvl1pPr algn="l">
              <a:defRPr sz="1200"/>
            </a:lvl1pPr>
          </a:lstStyle>
          <a:p>
            <a:endParaRPr lang="en-IN" dirty="0"/>
          </a:p>
        </p:txBody>
      </p:sp>
      <p:sp>
        <p:nvSpPr>
          <p:cNvPr id="5" name="Slide Number Placeholder 4"/>
          <p:cNvSpPr>
            <a:spLocks noGrp="1"/>
          </p:cNvSpPr>
          <p:nvPr>
            <p:ph type="sldNum" sz="quarter" idx="3"/>
          </p:nvPr>
        </p:nvSpPr>
        <p:spPr>
          <a:xfrm>
            <a:off x="3850443" y="9377318"/>
            <a:ext cx="2945659" cy="493634"/>
          </a:xfrm>
          <a:prstGeom prst="rect">
            <a:avLst/>
          </a:prstGeom>
        </p:spPr>
        <p:txBody>
          <a:bodyPr vert="horz" lIns="91815" tIns="45907" rIns="91815" bIns="45907" rtlCol="0" anchor="b"/>
          <a:lstStyle>
            <a:lvl1pPr algn="r">
              <a:defRPr sz="1200"/>
            </a:lvl1pPr>
          </a:lstStyle>
          <a:p>
            <a:fld id="{4D2B7C97-09D7-4F8E-8F87-5FE857972C40}" type="slidenum">
              <a:rPr lang="en-IN" smtClean="0"/>
              <a:t>‹#›</a:t>
            </a:fld>
            <a:endParaRPr lang="en-IN" dirty="0"/>
          </a:p>
        </p:txBody>
      </p:sp>
    </p:spTree>
    <p:extLst>
      <p:ext uri="{BB962C8B-B14F-4D97-AF65-F5344CB8AC3E}">
        <p14:creationId xmlns:p14="http://schemas.microsoft.com/office/powerpoint/2010/main" val="2536506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3634"/>
          </a:xfrm>
          <a:prstGeom prst="rect">
            <a:avLst/>
          </a:prstGeom>
        </p:spPr>
        <p:txBody>
          <a:bodyPr vert="horz" lIns="91815" tIns="45907" rIns="91815" bIns="45907" rtlCol="0"/>
          <a:lstStyle>
            <a:lvl1pPr algn="l">
              <a:defRPr sz="1200"/>
            </a:lvl1pPr>
          </a:lstStyle>
          <a:p>
            <a:endParaRPr lang="en-US" dirty="0"/>
          </a:p>
        </p:txBody>
      </p:sp>
      <p:sp>
        <p:nvSpPr>
          <p:cNvPr id="3" name="Date Placeholder 2"/>
          <p:cNvSpPr>
            <a:spLocks noGrp="1"/>
          </p:cNvSpPr>
          <p:nvPr>
            <p:ph type="dt" idx="1"/>
          </p:nvPr>
        </p:nvSpPr>
        <p:spPr>
          <a:xfrm>
            <a:off x="3850443" y="1"/>
            <a:ext cx="2945659" cy="493634"/>
          </a:xfrm>
          <a:prstGeom prst="rect">
            <a:avLst/>
          </a:prstGeom>
        </p:spPr>
        <p:txBody>
          <a:bodyPr vert="horz" lIns="91815" tIns="45907" rIns="91815" bIns="45907" rtlCol="0"/>
          <a:lstStyle>
            <a:lvl1pPr algn="r">
              <a:defRPr sz="1200"/>
            </a:lvl1pPr>
          </a:lstStyle>
          <a:p>
            <a:fld id="{A3815B95-179A-4DBE-9601-7F664BC94460}" type="datetimeFigureOut">
              <a:rPr lang="en-US" smtClean="0"/>
              <a:pPr/>
              <a:t>11/17/2021</a:t>
            </a:fld>
            <a:endParaRPr lang="en-US" dirty="0"/>
          </a:p>
        </p:txBody>
      </p:sp>
      <p:sp>
        <p:nvSpPr>
          <p:cNvPr id="4" name="Slide Image Placeholder 3"/>
          <p:cNvSpPr>
            <a:spLocks noGrp="1" noRot="1" noChangeAspect="1"/>
          </p:cNvSpPr>
          <p:nvPr>
            <p:ph type="sldImg" idx="2"/>
          </p:nvPr>
        </p:nvSpPr>
        <p:spPr>
          <a:xfrm>
            <a:off x="930275" y="739775"/>
            <a:ext cx="4937125" cy="3703638"/>
          </a:xfrm>
          <a:prstGeom prst="rect">
            <a:avLst/>
          </a:prstGeom>
          <a:noFill/>
          <a:ln w="12700">
            <a:solidFill>
              <a:prstClr val="black"/>
            </a:solidFill>
          </a:ln>
        </p:spPr>
        <p:txBody>
          <a:bodyPr vert="horz" lIns="91815" tIns="45907" rIns="91815" bIns="45907" rtlCol="0" anchor="ctr"/>
          <a:lstStyle/>
          <a:p>
            <a:endParaRPr lang="en-US" dirty="0"/>
          </a:p>
        </p:txBody>
      </p:sp>
      <p:sp>
        <p:nvSpPr>
          <p:cNvPr id="5" name="Notes Placeholder 4"/>
          <p:cNvSpPr>
            <a:spLocks noGrp="1"/>
          </p:cNvSpPr>
          <p:nvPr>
            <p:ph type="body" sz="quarter" idx="3"/>
          </p:nvPr>
        </p:nvSpPr>
        <p:spPr>
          <a:xfrm>
            <a:off x="679768" y="4689517"/>
            <a:ext cx="5438140" cy="4442699"/>
          </a:xfrm>
          <a:prstGeom prst="rect">
            <a:avLst/>
          </a:prstGeom>
        </p:spPr>
        <p:txBody>
          <a:bodyPr vert="horz" lIns="91815" tIns="45907" rIns="91815" bIns="4590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377318"/>
            <a:ext cx="2945659" cy="493634"/>
          </a:xfrm>
          <a:prstGeom prst="rect">
            <a:avLst/>
          </a:prstGeom>
        </p:spPr>
        <p:txBody>
          <a:bodyPr vert="horz" lIns="91815" tIns="45907" rIns="91815" bIns="4590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3" y="9377318"/>
            <a:ext cx="2945659" cy="493634"/>
          </a:xfrm>
          <a:prstGeom prst="rect">
            <a:avLst/>
          </a:prstGeom>
        </p:spPr>
        <p:txBody>
          <a:bodyPr vert="horz" lIns="91815" tIns="45907" rIns="91815" bIns="45907" rtlCol="0" anchor="b"/>
          <a:lstStyle>
            <a:lvl1pPr algn="r">
              <a:defRPr sz="1200"/>
            </a:lvl1pPr>
          </a:lstStyle>
          <a:p>
            <a:fld id="{DF338D1F-0D83-4185-A0A7-915298AED4C2}" type="slidenum">
              <a:rPr lang="en-US" smtClean="0"/>
              <a:pPr/>
              <a:t>‹#›</a:t>
            </a:fld>
            <a:endParaRPr lang="en-US" dirty="0"/>
          </a:p>
        </p:txBody>
      </p:sp>
    </p:spTree>
    <p:extLst>
      <p:ext uri="{BB962C8B-B14F-4D97-AF65-F5344CB8AC3E}">
        <p14:creationId xmlns:p14="http://schemas.microsoft.com/office/powerpoint/2010/main" val="29857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338D1F-0D83-4185-A0A7-915298AED4C2}" type="slidenum">
              <a:rPr lang="en-US" smtClean="0"/>
              <a:pPr/>
              <a:t>2</a:t>
            </a:fld>
            <a:endParaRPr lang="en-US" dirty="0"/>
          </a:p>
        </p:txBody>
      </p:sp>
    </p:spTree>
    <p:extLst>
      <p:ext uri="{BB962C8B-B14F-4D97-AF65-F5344CB8AC3E}">
        <p14:creationId xmlns:p14="http://schemas.microsoft.com/office/powerpoint/2010/main" val="11559464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Gaurav</a:t>
            </a:r>
          </a:p>
          <a:p>
            <a:endParaRPr lang="en-US" dirty="0"/>
          </a:p>
          <a:p>
            <a:r>
              <a:rPr lang="en-US" dirty="0"/>
              <a:t>Roaming</a:t>
            </a:r>
            <a:r>
              <a:rPr lang="en-US" baseline="0" dirty="0"/>
              <a:t> OG call to other operators to other circle.</a:t>
            </a:r>
          </a:p>
          <a:p>
            <a:endParaRPr lang="en-US" baseline="0" dirty="0"/>
          </a:p>
        </p:txBody>
      </p:sp>
      <p:sp>
        <p:nvSpPr>
          <p:cNvPr id="4" name="Slide Number Placeholder 3"/>
          <p:cNvSpPr>
            <a:spLocks noGrp="1"/>
          </p:cNvSpPr>
          <p:nvPr>
            <p:ph type="sldNum" sz="quarter" idx="10"/>
          </p:nvPr>
        </p:nvSpPr>
        <p:spPr/>
        <p:txBody>
          <a:bodyPr/>
          <a:lstStyle/>
          <a:p>
            <a:fld id="{DF338D1F-0D83-4185-A0A7-915298AED4C2}" type="slidenum">
              <a:rPr lang="en-US" smtClean="0"/>
              <a:pPr/>
              <a:t>4</a:t>
            </a:fld>
            <a:endParaRPr lang="en-US" dirty="0"/>
          </a:p>
        </p:txBody>
      </p:sp>
    </p:spTree>
    <p:extLst>
      <p:ext uri="{BB962C8B-B14F-4D97-AF65-F5344CB8AC3E}">
        <p14:creationId xmlns:p14="http://schemas.microsoft.com/office/powerpoint/2010/main" val="1155946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Gaurav</a:t>
            </a:r>
          </a:p>
        </p:txBody>
      </p:sp>
      <p:sp>
        <p:nvSpPr>
          <p:cNvPr id="4" name="Slide Number Placeholder 3"/>
          <p:cNvSpPr>
            <a:spLocks noGrp="1"/>
          </p:cNvSpPr>
          <p:nvPr>
            <p:ph type="sldNum" sz="quarter" idx="5"/>
          </p:nvPr>
        </p:nvSpPr>
        <p:spPr/>
        <p:txBody>
          <a:bodyPr/>
          <a:lstStyle/>
          <a:p>
            <a:fld id="{DF338D1F-0D83-4185-A0A7-915298AED4C2}" type="slidenum">
              <a:rPr lang="en-US" smtClean="0"/>
              <a:pPr/>
              <a:t>5</a:t>
            </a:fld>
            <a:endParaRPr lang="en-US" dirty="0"/>
          </a:p>
        </p:txBody>
      </p:sp>
    </p:spTree>
    <p:extLst>
      <p:ext uri="{BB962C8B-B14F-4D97-AF65-F5344CB8AC3E}">
        <p14:creationId xmlns:p14="http://schemas.microsoft.com/office/powerpoint/2010/main" val="3097112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Gaurav</a:t>
            </a:r>
          </a:p>
        </p:txBody>
      </p:sp>
      <p:sp>
        <p:nvSpPr>
          <p:cNvPr id="4" name="Slide Number Placeholder 3"/>
          <p:cNvSpPr>
            <a:spLocks noGrp="1"/>
          </p:cNvSpPr>
          <p:nvPr>
            <p:ph type="sldNum" sz="quarter" idx="5"/>
          </p:nvPr>
        </p:nvSpPr>
        <p:spPr/>
        <p:txBody>
          <a:bodyPr/>
          <a:lstStyle/>
          <a:p>
            <a:fld id="{DF338D1F-0D83-4185-A0A7-915298AED4C2}" type="slidenum">
              <a:rPr lang="en-US" smtClean="0"/>
              <a:pPr/>
              <a:t>6</a:t>
            </a:fld>
            <a:endParaRPr lang="en-US" dirty="0"/>
          </a:p>
        </p:txBody>
      </p:sp>
    </p:spTree>
    <p:extLst>
      <p:ext uri="{BB962C8B-B14F-4D97-AF65-F5344CB8AC3E}">
        <p14:creationId xmlns:p14="http://schemas.microsoft.com/office/powerpoint/2010/main" val="434526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a:t>
            </a:r>
          </a:p>
        </p:txBody>
      </p:sp>
      <p:sp>
        <p:nvSpPr>
          <p:cNvPr id="4" name="Slide Number Placeholder 3"/>
          <p:cNvSpPr>
            <a:spLocks noGrp="1"/>
          </p:cNvSpPr>
          <p:nvPr>
            <p:ph type="sldNum" sz="quarter" idx="10"/>
          </p:nvPr>
        </p:nvSpPr>
        <p:spPr/>
        <p:txBody>
          <a:bodyPr/>
          <a:lstStyle/>
          <a:p>
            <a:fld id="{DF338D1F-0D83-4185-A0A7-915298AED4C2}" type="slidenum">
              <a:rPr lang="en-US" smtClean="0"/>
              <a:pPr/>
              <a:t>8</a:t>
            </a:fld>
            <a:endParaRPr lang="en-US" dirty="0"/>
          </a:p>
        </p:txBody>
      </p:sp>
    </p:spTree>
    <p:extLst>
      <p:ext uri="{BB962C8B-B14F-4D97-AF65-F5344CB8AC3E}">
        <p14:creationId xmlns:p14="http://schemas.microsoft.com/office/powerpoint/2010/main" val="4404601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a:t>
            </a:r>
          </a:p>
        </p:txBody>
      </p:sp>
      <p:sp>
        <p:nvSpPr>
          <p:cNvPr id="4" name="Slide Number Placeholder 3"/>
          <p:cNvSpPr>
            <a:spLocks noGrp="1"/>
          </p:cNvSpPr>
          <p:nvPr>
            <p:ph type="sldNum" sz="quarter" idx="10"/>
          </p:nvPr>
        </p:nvSpPr>
        <p:spPr/>
        <p:txBody>
          <a:bodyPr/>
          <a:lstStyle/>
          <a:p>
            <a:fld id="{DF338D1F-0D83-4185-A0A7-915298AED4C2}" type="slidenum">
              <a:rPr lang="en-US" smtClean="0"/>
              <a:pPr/>
              <a:t>9</a:t>
            </a:fld>
            <a:endParaRPr lang="en-US" dirty="0"/>
          </a:p>
        </p:txBody>
      </p:sp>
    </p:spTree>
    <p:extLst>
      <p:ext uri="{BB962C8B-B14F-4D97-AF65-F5344CB8AC3E}">
        <p14:creationId xmlns:p14="http://schemas.microsoft.com/office/powerpoint/2010/main" val="21185747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Tariq</a:t>
            </a:r>
          </a:p>
        </p:txBody>
      </p:sp>
      <p:sp>
        <p:nvSpPr>
          <p:cNvPr id="4" name="Slide Number Placeholder 3"/>
          <p:cNvSpPr>
            <a:spLocks noGrp="1"/>
          </p:cNvSpPr>
          <p:nvPr>
            <p:ph type="sldNum" sz="quarter" idx="10"/>
          </p:nvPr>
        </p:nvSpPr>
        <p:spPr/>
        <p:txBody>
          <a:bodyPr/>
          <a:lstStyle/>
          <a:p>
            <a:fld id="{DF338D1F-0D83-4185-A0A7-915298AED4C2}" type="slidenum">
              <a:rPr lang="en-US" smtClean="0"/>
              <a:pPr/>
              <a:t>10</a:t>
            </a:fld>
            <a:endParaRPr lang="en-US" dirty="0"/>
          </a:p>
        </p:txBody>
      </p:sp>
    </p:spTree>
    <p:extLst>
      <p:ext uri="{BB962C8B-B14F-4D97-AF65-F5344CB8AC3E}">
        <p14:creationId xmlns:p14="http://schemas.microsoft.com/office/powerpoint/2010/main" val="3920278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338D1F-0D83-4185-A0A7-915298AED4C2}" type="slidenum">
              <a:rPr lang="en-US" smtClean="0"/>
              <a:pPr/>
              <a:t>12</a:t>
            </a:fld>
            <a:endParaRPr lang="en-US" dirty="0"/>
          </a:p>
        </p:txBody>
      </p:sp>
    </p:spTree>
    <p:extLst>
      <p:ext uri="{BB962C8B-B14F-4D97-AF65-F5344CB8AC3E}">
        <p14:creationId xmlns:p14="http://schemas.microsoft.com/office/powerpoint/2010/main" val="1155946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Tariq</a:t>
            </a:r>
          </a:p>
        </p:txBody>
      </p:sp>
      <p:sp>
        <p:nvSpPr>
          <p:cNvPr id="4" name="Slide Number Placeholder 3"/>
          <p:cNvSpPr>
            <a:spLocks noGrp="1"/>
          </p:cNvSpPr>
          <p:nvPr>
            <p:ph type="sldNum" sz="quarter" idx="5"/>
          </p:nvPr>
        </p:nvSpPr>
        <p:spPr/>
        <p:txBody>
          <a:bodyPr/>
          <a:lstStyle/>
          <a:p>
            <a:fld id="{DF338D1F-0D83-4185-A0A7-915298AED4C2}" type="slidenum">
              <a:rPr lang="en-US" smtClean="0"/>
              <a:pPr/>
              <a:t>14</a:t>
            </a:fld>
            <a:endParaRPr lang="en-US" dirty="0"/>
          </a:p>
        </p:txBody>
      </p:sp>
    </p:spTree>
    <p:extLst>
      <p:ext uri="{BB962C8B-B14F-4D97-AF65-F5344CB8AC3E}">
        <p14:creationId xmlns:p14="http://schemas.microsoft.com/office/powerpoint/2010/main" val="33376285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4" name="Subtitle 2"/>
          <p:cNvSpPr>
            <a:spLocks noGrp="1"/>
          </p:cNvSpPr>
          <p:nvPr>
            <p:ph type="subTitle" idx="1" hasCustomPrompt="1"/>
          </p:nvPr>
        </p:nvSpPr>
        <p:spPr>
          <a:xfrm>
            <a:off x="3563888" y="3645024"/>
            <a:ext cx="5184576" cy="2304256"/>
          </a:xfrm>
        </p:spPr>
        <p:txBody>
          <a:bodyPr>
            <a:normAutofit/>
          </a:bodyPr>
          <a:lstStyle>
            <a:lvl1pPr marL="0" indent="0" algn="ctr">
              <a:buNone/>
              <a:defRPr sz="3600" b="0" baseline="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solidFill>
          <a:schemeClr val="accent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5" name="Title 1"/>
          <p:cNvSpPr>
            <a:spLocks noGrp="1"/>
          </p:cNvSpPr>
          <p:nvPr>
            <p:ph type="ctrTitle" hasCustomPrompt="1"/>
          </p:nvPr>
        </p:nvSpPr>
        <p:spPr>
          <a:xfrm>
            <a:off x="3779912" y="2924944"/>
            <a:ext cx="4771256" cy="2376264"/>
          </a:xfrm>
        </p:spPr>
        <p:txBody>
          <a:bodyPr>
            <a:normAutofit/>
          </a:bodyPr>
          <a:lstStyle>
            <a:lvl1pPr algn="ctr">
              <a:defRPr sz="3600" b="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add subtitle</a:t>
            </a:r>
            <a:br>
              <a:rPr lang="en-US" dirty="0"/>
            </a:br>
            <a:br>
              <a:rPr lang="en-US" dirty="0"/>
            </a:br>
            <a:br>
              <a:rPr lang="en-US" dirty="0"/>
            </a:br>
            <a:endParaRPr lang="en-US" dirty="0"/>
          </a:p>
        </p:txBody>
      </p:sp>
    </p:spTree>
    <p:extLst>
      <p:ext uri="{BB962C8B-B14F-4D97-AF65-F5344CB8AC3E}">
        <p14:creationId xmlns:p14="http://schemas.microsoft.com/office/powerpoint/2010/main" val="802324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chemeClr val="accent1"/>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9144000" cy="6858000"/>
          </a:xfrm>
          <a:prstGeom prst="rect">
            <a:avLst/>
          </a:prstGeom>
        </p:spPr>
      </p:pic>
      <p:sp>
        <p:nvSpPr>
          <p:cNvPr id="5" name="Title 1"/>
          <p:cNvSpPr>
            <a:spLocks noGrp="1"/>
          </p:cNvSpPr>
          <p:nvPr>
            <p:ph type="ctrTitle" hasCustomPrompt="1"/>
          </p:nvPr>
        </p:nvSpPr>
        <p:spPr>
          <a:xfrm>
            <a:off x="3779912" y="2924944"/>
            <a:ext cx="4771256" cy="2376264"/>
          </a:xfrm>
        </p:spPr>
        <p:txBody>
          <a:bodyPr>
            <a:normAutofit/>
          </a:bodyPr>
          <a:lstStyle>
            <a:lvl1pPr algn="ctr">
              <a:defRPr sz="3600" b="0" baseline="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r>
              <a:rPr lang="en-US" dirty="0"/>
              <a:t>Click to add subtitle</a:t>
            </a:r>
            <a:br>
              <a:rPr lang="en-US" dirty="0"/>
            </a:br>
            <a:br>
              <a:rPr lang="en-US" dirty="0"/>
            </a:br>
            <a:br>
              <a:rPr lang="en-US" dirty="0"/>
            </a:br>
            <a:endParaRPr lang="en-US" dirty="0"/>
          </a:p>
        </p:txBody>
      </p:sp>
    </p:spTree>
    <p:extLst>
      <p:ext uri="{BB962C8B-B14F-4D97-AF65-F5344CB8AC3E}">
        <p14:creationId xmlns:p14="http://schemas.microsoft.com/office/powerpoint/2010/main" val="2754729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06324" y="260648"/>
            <a:ext cx="6960008" cy="411162"/>
          </a:xfrm>
        </p:spPr>
        <p:txBody>
          <a:bodyPr>
            <a:noAutofit/>
          </a:bodyPr>
          <a:lstStyle>
            <a:lvl1pPr algn="l">
              <a:defRPr sz="3200">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306324" y="1196752"/>
            <a:ext cx="8531352" cy="5287963"/>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5" name="Footer Placeholder 4"/>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6" name="Slide Number Placeholder 5"/>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line 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hasCustomPrompt="1"/>
          </p:nvPr>
        </p:nvSpPr>
        <p:spPr>
          <a:xfrm>
            <a:off x="306324" y="273968"/>
            <a:ext cx="6960008" cy="533400"/>
          </a:xfrm>
        </p:spPr>
        <p:txBody>
          <a:bodyPr anchor="t">
            <a:noAutofit/>
          </a:bodyPr>
          <a:lstStyle>
            <a:lvl1pPr algn="l">
              <a:defRPr sz="3200">
                <a:solidFill>
                  <a:schemeClr val="tx1"/>
                </a:solidFill>
              </a:defRPr>
            </a:lvl1pPr>
          </a:lstStyle>
          <a:p>
            <a:r>
              <a:rPr lang="en-US" dirty="0"/>
              <a:t>Click to edit Master title style</a:t>
            </a:r>
            <a:br>
              <a:rPr lang="en-US" dirty="0"/>
            </a:br>
            <a:endParaRPr lang="en-US" dirty="0"/>
          </a:p>
        </p:txBody>
      </p:sp>
      <p:sp>
        <p:nvSpPr>
          <p:cNvPr id="3" name="Content Placeholder 2"/>
          <p:cNvSpPr>
            <a:spLocks noGrp="1"/>
          </p:cNvSpPr>
          <p:nvPr>
            <p:ph idx="1"/>
          </p:nvPr>
        </p:nvSpPr>
        <p:spPr>
          <a:xfrm>
            <a:off x="306324" y="1600200"/>
            <a:ext cx="8531352" cy="4648200"/>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5" name="Footer Placeholder 4"/>
          <p:cNvSpPr>
            <a:spLocks noGrp="1"/>
          </p:cNvSpPr>
          <p:nvPr>
            <p:ph type="ftr" sz="quarter" idx="11"/>
          </p:nvPr>
        </p:nvSpPr>
        <p:spPr/>
        <p:txBody>
          <a:bodyPr/>
          <a:lstStyle>
            <a:lvl1pPr>
              <a:defRPr>
                <a:solidFill>
                  <a:schemeClr val="tx1"/>
                </a:solidFill>
              </a:defRPr>
            </a:lvl1pPr>
          </a:lstStyle>
          <a:p>
            <a:r>
              <a:rPr lang="en-US" dirty="0"/>
              <a:t>Reliance Jio Infocomm Limited</a:t>
            </a:r>
          </a:p>
        </p:txBody>
      </p:sp>
      <p:sp>
        <p:nvSpPr>
          <p:cNvPr id="6" name="Slide Number Placeholder 5"/>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0" name="Content Placeholder 9"/>
          <p:cNvSpPr>
            <a:spLocks noGrp="1"/>
          </p:cNvSpPr>
          <p:nvPr>
            <p:ph sz="quarter" idx="13" hasCustomPrompt="1"/>
          </p:nvPr>
        </p:nvSpPr>
        <p:spPr>
          <a:xfrm>
            <a:off x="304800" y="807368"/>
            <a:ext cx="6959600" cy="533400"/>
          </a:xfrm>
        </p:spPr>
        <p:txBody>
          <a:bodyPr>
            <a:noAutofit/>
          </a:bodyPr>
          <a:lstStyle>
            <a:lvl1pPr marL="0" indent="0">
              <a:buNone/>
              <a:defRPr sz="3200" baseline="0">
                <a:solidFill>
                  <a:schemeClr val="tx1"/>
                </a:solidFill>
              </a:defRPr>
            </a:lvl1pPr>
          </a:lstStyle>
          <a:p>
            <a:pPr lvl="0"/>
            <a:r>
              <a:rPr lang="en-US" dirty="0"/>
              <a:t>Click to edit Master title style</a:t>
            </a:r>
            <a:endParaRPr lang="en-IN" dirty="0"/>
          </a:p>
        </p:txBody>
      </p:sp>
    </p:spTree>
    <p:extLst>
      <p:ext uri="{BB962C8B-B14F-4D97-AF65-F5344CB8AC3E}">
        <p14:creationId xmlns:p14="http://schemas.microsoft.com/office/powerpoint/2010/main" val="11891646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304800" y="4886325"/>
            <a:ext cx="8534400" cy="1362075"/>
          </a:xfrm>
        </p:spPr>
        <p:txBody>
          <a:bodyPr anchor="t">
            <a:normAutofit/>
          </a:bodyPr>
          <a:lstStyle>
            <a:lvl1pPr algn="l">
              <a:defRPr sz="28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304800" y="3276600"/>
            <a:ext cx="8534400" cy="1500187"/>
          </a:xfrm>
        </p:spPr>
        <p:txBody>
          <a:bodyPr anchor="b"/>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5" name="Footer Placeholder 4"/>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6" name="Slide Number Placeholder 5"/>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Content Placeholder 2"/>
          <p:cNvSpPr>
            <a:spLocks noGrp="1"/>
          </p:cNvSpPr>
          <p:nvPr>
            <p:ph sz="half" idx="1"/>
          </p:nvPr>
        </p:nvSpPr>
        <p:spPr>
          <a:xfrm>
            <a:off x="304800" y="1240112"/>
            <a:ext cx="4191000" cy="5285232"/>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40112"/>
            <a:ext cx="4191000" cy="5285232"/>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6" name="Footer Placeholder 5"/>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7" name="Slide Number Placeholder 6"/>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2" name="Title 11"/>
          <p:cNvSpPr>
            <a:spLocks noGrp="1"/>
          </p:cNvSpPr>
          <p:nvPr>
            <p:ph type="title"/>
          </p:nvPr>
        </p:nvSpPr>
        <p:spPr>
          <a:xfrm>
            <a:off x="304800" y="260648"/>
            <a:ext cx="6958584" cy="411480"/>
          </a:xfrm>
        </p:spPr>
        <p:txBody>
          <a:bodyPr>
            <a:noAutofit/>
          </a:bodyPr>
          <a:lstStyle>
            <a:lvl1pPr algn="l">
              <a:defRPr sz="3200">
                <a:solidFill>
                  <a:schemeClr val="tx1"/>
                </a:solidFill>
              </a:defRPr>
            </a:lvl1pPr>
          </a:lstStyle>
          <a:p>
            <a:r>
              <a:rPr lang="en-US"/>
              <a:t>Click to edit Master title style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Content Placeholder 3"/>
          <p:cNvSpPr>
            <a:spLocks noGrp="1"/>
          </p:cNvSpPr>
          <p:nvPr>
            <p:ph sz="half" idx="15"/>
          </p:nvPr>
        </p:nvSpPr>
        <p:spPr>
          <a:xfrm>
            <a:off x="4648200" y="1956075"/>
            <a:ext cx="4192588" cy="4569269"/>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p:cNvSpPr>
            <a:spLocks noGrp="1"/>
          </p:cNvSpPr>
          <p:nvPr>
            <p:ph type="body" idx="1"/>
          </p:nvPr>
        </p:nvSpPr>
        <p:spPr>
          <a:xfrm>
            <a:off x="304800" y="1240112"/>
            <a:ext cx="4192588" cy="639762"/>
          </a:xfrm>
        </p:spPr>
        <p:txBody>
          <a:bodyPr anchor="b"/>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04800" y="1956075"/>
            <a:ext cx="4192588" cy="4569269"/>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8" name="Footer Placeholder 7"/>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9" name="Slide Number Placeholder 8"/>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3" name="Text Placeholder 2"/>
          <p:cNvSpPr>
            <a:spLocks noGrp="1"/>
          </p:cNvSpPr>
          <p:nvPr>
            <p:ph type="body" idx="14"/>
          </p:nvPr>
        </p:nvSpPr>
        <p:spPr>
          <a:xfrm>
            <a:off x="4648200" y="1240112"/>
            <a:ext cx="4192588" cy="639762"/>
          </a:xfrm>
        </p:spPr>
        <p:txBody>
          <a:bodyPr anchor="b"/>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itle 15"/>
          <p:cNvSpPr>
            <a:spLocks noGrp="1"/>
          </p:cNvSpPr>
          <p:nvPr>
            <p:ph type="title"/>
          </p:nvPr>
        </p:nvSpPr>
        <p:spPr>
          <a:xfrm>
            <a:off x="304800" y="260648"/>
            <a:ext cx="6958584" cy="411480"/>
          </a:xfrm>
        </p:spPr>
        <p:txBody>
          <a:bodyPr>
            <a:noAutofit/>
          </a:bodyPr>
          <a:lstStyle>
            <a:lvl1pPr algn="l">
              <a:defRPr sz="3200">
                <a:solidFill>
                  <a:schemeClr val="tx1"/>
                </a:solidFill>
              </a:defRPr>
            </a:lvl1pPr>
          </a:lstStyle>
          <a:p>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Date Placeholder 2"/>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4" name="Footer Placeholder 3"/>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5" name="Slide Number Placeholder 4"/>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0" name="Title 9"/>
          <p:cNvSpPr>
            <a:spLocks noGrp="1"/>
          </p:cNvSpPr>
          <p:nvPr>
            <p:ph type="title"/>
          </p:nvPr>
        </p:nvSpPr>
        <p:spPr>
          <a:xfrm>
            <a:off x="304800" y="260648"/>
            <a:ext cx="6958584" cy="411480"/>
          </a:xfrm>
        </p:spPr>
        <p:txBody>
          <a:bodyPr>
            <a:noAutofit/>
          </a:bodyPr>
          <a:lstStyle>
            <a:lvl1pPr algn="l">
              <a:defRPr sz="3200">
                <a:solidFill>
                  <a:schemeClr val="tx1"/>
                </a:solidFill>
              </a:defRPr>
            </a:lvl1p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3" name="Footer Placeholder 2"/>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4" name="Slide Number Placeholder 3"/>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0" name="Text Placeholder 2"/>
          <p:cNvSpPr>
            <a:spLocks noGrp="1"/>
          </p:cNvSpPr>
          <p:nvPr>
            <p:ph type="body" idx="13"/>
          </p:nvPr>
        </p:nvSpPr>
        <p:spPr>
          <a:xfrm>
            <a:off x="304800" y="1196752"/>
            <a:ext cx="3124200" cy="639762"/>
          </a:xfrm>
        </p:spPr>
        <p:txBody>
          <a:bodyPr anchor="b">
            <a:noAutofit/>
          </a:bodyPr>
          <a:lstStyle>
            <a:lvl1pPr marL="0" indent="0" algn="l">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Content Placeholder 2"/>
          <p:cNvSpPr>
            <a:spLocks noGrp="1"/>
          </p:cNvSpPr>
          <p:nvPr>
            <p:ph idx="1"/>
          </p:nvPr>
        </p:nvSpPr>
        <p:spPr>
          <a:xfrm>
            <a:off x="3575050" y="1196752"/>
            <a:ext cx="5264150" cy="5287963"/>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6" name="Footer Placeholder 5"/>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7" name="Slide Number Placeholder 6"/>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1" name="Content Placeholder 3"/>
          <p:cNvSpPr>
            <a:spLocks noGrp="1"/>
          </p:cNvSpPr>
          <p:nvPr>
            <p:ph sz="half" idx="14"/>
          </p:nvPr>
        </p:nvSpPr>
        <p:spPr>
          <a:xfrm>
            <a:off x="304800" y="1912715"/>
            <a:ext cx="3124200" cy="4569269"/>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itle 13"/>
          <p:cNvSpPr>
            <a:spLocks noGrp="1"/>
          </p:cNvSpPr>
          <p:nvPr>
            <p:ph type="title"/>
          </p:nvPr>
        </p:nvSpPr>
        <p:spPr>
          <a:xfrm>
            <a:off x="304800" y="260648"/>
            <a:ext cx="6958584" cy="411480"/>
          </a:xfrm>
        </p:spPr>
        <p:txBody>
          <a:bodyPr>
            <a:noAutofit/>
          </a:bodyPr>
          <a:lstStyle>
            <a:lvl1pPr algn="l">
              <a:defRPr sz="3200">
                <a:solidFill>
                  <a:schemeClr val="tx1"/>
                </a:solidFill>
              </a:defRPr>
            </a:lvl1p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Picture Placeholder 2"/>
          <p:cNvSpPr>
            <a:spLocks noGrp="1"/>
          </p:cNvSpPr>
          <p:nvPr>
            <p:ph type="pic" idx="1"/>
          </p:nvPr>
        </p:nvSpPr>
        <p:spPr>
          <a:xfrm>
            <a:off x="304800" y="1165373"/>
            <a:ext cx="8534400" cy="4114800"/>
          </a:xfrm>
        </p:spPr>
        <p:txBody>
          <a:bodyPr/>
          <a:lstStyle>
            <a:lvl1pPr marL="0" inden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304800" y="5310336"/>
            <a:ext cx="8534400" cy="347662"/>
          </a:xfrm>
        </p:spPr>
        <p:txBody>
          <a:bodyPr>
            <a:noAutofit/>
          </a:bodyPr>
          <a:lstStyle>
            <a:lvl1pPr marL="0" indent="0">
              <a:buNone/>
              <a:defRPr sz="1800" b="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6" name="Footer Placeholder 5"/>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7" name="Slide Number Placeholder 6"/>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6" name="Title 15"/>
          <p:cNvSpPr>
            <a:spLocks noGrp="1"/>
          </p:cNvSpPr>
          <p:nvPr>
            <p:ph type="title"/>
          </p:nvPr>
        </p:nvSpPr>
        <p:spPr>
          <a:xfrm>
            <a:off x="304800" y="260648"/>
            <a:ext cx="6958584" cy="411480"/>
          </a:xfrm>
        </p:spPr>
        <p:txBody>
          <a:bodyPr/>
          <a:lstStyle>
            <a:lvl1pPr algn="l">
              <a:defRPr sz="3200">
                <a:solidFill>
                  <a:schemeClr val="tx1"/>
                </a:solidFill>
              </a:defRPr>
            </a:lvl1pPr>
          </a:lstStyle>
          <a:p>
            <a:r>
              <a:rPr lang="en-US"/>
              <a:t>Click to edit Master title style</a:t>
            </a:r>
            <a:endParaRPr lang="en-US" dirty="0"/>
          </a:p>
        </p:txBody>
      </p:sp>
      <p:sp>
        <p:nvSpPr>
          <p:cNvPr id="18" name="Text Placeholder 17"/>
          <p:cNvSpPr>
            <a:spLocks noGrp="1"/>
          </p:cNvSpPr>
          <p:nvPr>
            <p:ph type="body" sz="quarter" idx="13"/>
          </p:nvPr>
        </p:nvSpPr>
        <p:spPr>
          <a:xfrm>
            <a:off x="304800" y="5691336"/>
            <a:ext cx="8534400" cy="762000"/>
          </a:xfrm>
        </p:spPr>
        <p:txBody>
          <a:bodyPr>
            <a:normAutofit/>
          </a:bodyPr>
          <a:lstStyle>
            <a:lvl1pPr>
              <a:defRPr sz="1600">
                <a:solidFill>
                  <a:schemeClr val="tx1"/>
                </a:solidFill>
              </a:defRPr>
            </a:lvl1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5" name="Footer Placeholder 4"/>
          <p:cNvSpPr>
            <a:spLocks noGrp="1"/>
          </p:cNvSpPr>
          <p:nvPr>
            <p:ph type="ftr" sz="quarter" idx="11"/>
          </p:nvPr>
        </p:nvSpPr>
        <p:spPr/>
        <p:txBody>
          <a:bodyPr/>
          <a:lstStyle>
            <a:lvl1pPr algn="ctr">
              <a:defRPr>
                <a:solidFill>
                  <a:schemeClr val="tx1"/>
                </a:solidFill>
              </a:defRPr>
            </a:lvl1pPr>
          </a:lstStyle>
          <a:p>
            <a:r>
              <a:rPr lang="en-IN"/>
              <a:t>Reliance Jio Infocomm Limited</a:t>
            </a:r>
            <a:endParaRPr lang="en-IN" dirty="0"/>
          </a:p>
        </p:txBody>
      </p:sp>
      <p:sp>
        <p:nvSpPr>
          <p:cNvPr id="6" name="Slide Number Placeholder 5"/>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12" name="Content Placeholder 2"/>
          <p:cNvSpPr>
            <a:spLocks noGrp="1"/>
          </p:cNvSpPr>
          <p:nvPr>
            <p:ph idx="1"/>
          </p:nvPr>
        </p:nvSpPr>
        <p:spPr>
          <a:xfrm>
            <a:off x="306324" y="1728936"/>
            <a:ext cx="8531352" cy="4724400"/>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p:cNvSpPr>
            <a:spLocks noGrp="1"/>
          </p:cNvSpPr>
          <p:nvPr>
            <p:ph type="title"/>
          </p:nvPr>
        </p:nvSpPr>
        <p:spPr>
          <a:xfrm>
            <a:off x="304800" y="260648"/>
            <a:ext cx="6958584" cy="411480"/>
          </a:xfrm>
        </p:spPr>
        <p:txBody>
          <a:bodyPr>
            <a:noAutofit/>
          </a:bodyPr>
          <a:lstStyle>
            <a:lvl1pPr algn="l">
              <a:defRPr sz="3200">
                <a:solidFill>
                  <a:schemeClr val="tx1"/>
                </a:solidFill>
              </a:defRPr>
            </a:lvl1pPr>
          </a:lstStyle>
          <a:p>
            <a:r>
              <a:rPr lang="en-US"/>
              <a:t>Click to edit Master title style</a:t>
            </a:r>
            <a:endParaRPr lang="en-US" dirty="0"/>
          </a:p>
        </p:txBody>
      </p:sp>
      <p:sp>
        <p:nvSpPr>
          <p:cNvPr id="14" name="Text Placeholder 13"/>
          <p:cNvSpPr>
            <a:spLocks noGrp="1"/>
          </p:cNvSpPr>
          <p:nvPr>
            <p:ph type="body" sz="quarter" idx="13"/>
          </p:nvPr>
        </p:nvSpPr>
        <p:spPr>
          <a:xfrm>
            <a:off x="304800" y="1165373"/>
            <a:ext cx="8534400" cy="457200"/>
          </a:xfrm>
        </p:spPr>
        <p:txBody>
          <a:bodyPr>
            <a:noAutofit/>
          </a:bodyPr>
          <a:lstStyle>
            <a:lvl1pPr>
              <a:buNone/>
              <a:defRPr sz="3200">
                <a:solidFill>
                  <a:schemeClr val="tx1"/>
                </a:solidFill>
              </a:defRPr>
            </a:lvl1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bg1"/>
                </a:solidFill>
              </a:defRPr>
            </a:lvl1pPr>
          </a:lstStyle>
          <a:p>
            <a:r>
              <a:rPr lang="en-IN"/>
              <a:t>Confidential</a:t>
            </a:r>
            <a:endParaRPr lang="en-IN" dirty="0"/>
          </a:p>
        </p:txBody>
      </p:sp>
      <p:sp>
        <p:nvSpPr>
          <p:cNvPr id="5" name="Footer Placeholder 4"/>
          <p:cNvSpPr>
            <a:spLocks noGrp="1"/>
          </p:cNvSpPr>
          <p:nvPr>
            <p:ph type="ftr" sz="quarter" idx="11"/>
          </p:nvPr>
        </p:nvSpPr>
        <p:spPr/>
        <p:txBody>
          <a:bodyPr/>
          <a:lstStyle>
            <a:lvl1pPr>
              <a:defRPr>
                <a:solidFill>
                  <a:schemeClr val="tx1"/>
                </a:solidFill>
              </a:defRPr>
            </a:lvl1pPr>
          </a:lstStyle>
          <a:p>
            <a:pPr algn="ctr"/>
            <a:r>
              <a:rPr lang="en-IN" dirty="0"/>
              <a:t>Reliance </a:t>
            </a:r>
            <a:r>
              <a:rPr lang="en-IN" dirty="0" err="1"/>
              <a:t>Jio</a:t>
            </a:r>
            <a:r>
              <a:rPr lang="en-IN" dirty="0"/>
              <a:t> </a:t>
            </a:r>
            <a:r>
              <a:rPr lang="en-IN" dirty="0" err="1"/>
              <a:t>Infocomm</a:t>
            </a:r>
            <a:r>
              <a:rPr lang="en-IN" dirty="0"/>
              <a:t> Limited</a:t>
            </a:r>
          </a:p>
        </p:txBody>
      </p:sp>
      <p:sp>
        <p:nvSpPr>
          <p:cNvPr id="6" name="Slide Number Placeholder 5"/>
          <p:cNvSpPr>
            <a:spLocks noGrp="1"/>
          </p:cNvSpPr>
          <p:nvPr>
            <p:ph type="sldNum" sz="quarter" idx="12"/>
          </p:nvPr>
        </p:nvSpPr>
        <p:spPr/>
        <p:txBody>
          <a:bodyPr/>
          <a:lstStyle>
            <a:lvl1pPr algn="r">
              <a:defRPr>
                <a:solidFill>
                  <a:schemeClr val="bg1"/>
                </a:solidFill>
              </a:defRPr>
            </a:lvl1pPr>
          </a:lstStyle>
          <a:p>
            <a:fld id="{B6F15528-21DE-4FAA-801E-634DDDAF4B2B}" type="slidenum">
              <a:rPr lang="en-IN" smtClean="0"/>
              <a:pPr/>
              <a:t>‹#›</a:t>
            </a:fld>
            <a:endParaRPr lang="en-IN" dirty="0"/>
          </a:p>
        </p:txBody>
      </p:sp>
      <p:sp>
        <p:nvSpPr>
          <p:cNvPr id="9" name="Content Placeholder 2"/>
          <p:cNvSpPr>
            <a:spLocks noGrp="1"/>
          </p:cNvSpPr>
          <p:nvPr>
            <p:ph idx="1"/>
          </p:nvPr>
        </p:nvSpPr>
        <p:spPr>
          <a:xfrm>
            <a:off x="306324" y="2262336"/>
            <a:ext cx="8531352" cy="4191000"/>
          </a:xfrm>
        </p:spPr>
        <p:txBody>
          <a:bodyPr>
            <a:normAutofit/>
          </a:bodyPr>
          <a:lstStyle>
            <a:lvl1pPr>
              <a:defRPr sz="2000">
                <a:solidFill>
                  <a:schemeClr val="tx1"/>
                </a:solidFill>
              </a:defRPr>
            </a:lvl1pPr>
            <a:lvl2pPr>
              <a:defRPr sz="1800">
                <a:solidFill>
                  <a:schemeClr val="tx1"/>
                </a:solidFill>
              </a:defRPr>
            </a:lvl2pPr>
            <a:lvl3pPr>
              <a:defRPr sz="16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3"/>
          <p:cNvSpPr>
            <a:spLocks noGrp="1"/>
          </p:cNvSpPr>
          <p:nvPr>
            <p:ph type="body" sz="half" idx="2"/>
          </p:nvPr>
        </p:nvSpPr>
        <p:spPr>
          <a:xfrm>
            <a:off x="304800" y="1652736"/>
            <a:ext cx="8534400" cy="533400"/>
          </a:xfrm>
        </p:spPr>
        <p:txBody>
          <a:bodyPr>
            <a:noAutofit/>
          </a:bodyPr>
          <a:lstStyle>
            <a:lvl1pPr marL="0" indent="0">
              <a:buNone/>
              <a:defRPr sz="2400" b="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0"/>
          <p:cNvSpPr>
            <a:spLocks noGrp="1"/>
          </p:cNvSpPr>
          <p:nvPr>
            <p:ph type="title"/>
          </p:nvPr>
        </p:nvSpPr>
        <p:spPr>
          <a:xfrm>
            <a:off x="304800" y="260648"/>
            <a:ext cx="6958584" cy="411480"/>
          </a:xfrm>
        </p:spPr>
        <p:txBody>
          <a:bodyPr>
            <a:noAutofit/>
          </a:bodyPr>
          <a:lstStyle>
            <a:lvl1pPr algn="l">
              <a:defRPr sz="3200">
                <a:solidFill>
                  <a:schemeClr val="tx1"/>
                </a:solidFill>
              </a:defRPr>
            </a:lvl1pPr>
          </a:lstStyle>
          <a:p>
            <a:r>
              <a:rPr lang="en-US"/>
              <a:t>Click to edit Master title style</a:t>
            </a:r>
            <a:endParaRPr lang="en-US" dirty="0"/>
          </a:p>
        </p:txBody>
      </p:sp>
      <p:sp>
        <p:nvSpPr>
          <p:cNvPr id="15" name="Text Placeholder 13"/>
          <p:cNvSpPr>
            <a:spLocks noGrp="1"/>
          </p:cNvSpPr>
          <p:nvPr>
            <p:ph type="body" sz="quarter" idx="13"/>
          </p:nvPr>
        </p:nvSpPr>
        <p:spPr>
          <a:xfrm>
            <a:off x="304800" y="1165373"/>
            <a:ext cx="8534400" cy="457200"/>
          </a:xfrm>
        </p:spPr>
        <p:txBody>
          <a:bodyPr>
            <a:noAutofit/>
          </a:bodyPr>
          <a:lstStyle>
            <a:lvl1pPr>
              <a:buNone/>
              <a:defRPr sz="2800">
                <a:solidFill>
                  <a:schemeClr val="tx1"/>
                </a:solidFill>
              </a:defRPr>
            </a:lvl1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41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6597352"/>
            <a:ext cx="2843808" cy="260648"/>
          </a:xfrm>
          <a:prstGeom prst="rect">
            <a:avLst/>
          </a:prstGeom>
          <a:solidFill>
            <a:srgbClr val="0071B9"/>
          </a:solidFill>
        </p:spPr>
        <p:txBody>
          <a:bodyPr vert="horz" lIns="91440" tIns="45720" rIns="91440" bIns="45720" rtlCol="0" anchor="ctr"/>
          <a:lstStyle>
            <a:lvl1pPr>
              <a:defRPr lang="en-US" sz="1200" smtClean="0">
                <a:solidFill>
                  <a:schemeClr val="bg1"/>
                </a:solidFill>
              </a:defRPr>
            </a:lvl1pPr>
          </a:lstStyle>
          <a:p>
            <a:r>
              <a:rPr lang="en-IN"/>
              <a:t>Confidential</a:t>
            </a:r>
            <a:endParaRPr lang="en-IN" dirty="0"/>
          </a:p>
        </p:txBody>
      </p:sp>
      <p:sp>
        <p:nvSpPr>
          <p:cNvPr id="5" name="Footer Placeholder 4"/>
          <p:cNvSpPr>
            <a:spLocks noGrp="1"/>
          </p:cNvSpPr>
          <p:nvPr>
            <p:ph type="ftr" sz="quarter" idx="3"/>
          </p:nvPr>
        </p:nvSpPr>
        <p:spPr>
          <a:xfrm>
            <a:off x="2843808" y="6597352"/>
            <a:ext cx="3456384" cy="260648"/>
          </a:xfrm>
          <a:prstGeom prst="rect">
            <a:avLst/>
          </a:prstGeom>
          <a:solidFill>
            <a:srgbClr val="FFDE0C"/>
          </a:solidFill>
        </p:spPr>
        <p:txBody>
          <a:bodyPr vert="horz" lIns="91440" tIns="45720" rIns="91440" bIns="45720" rtlCol="0" anchor="ctr"/>
          <a:lstStyle>
            <a:lvl1pPr>
              <a:defRPr lang="en-US" sz="1200" smtClean="0"/>
            </a:lvl1pPr>
          </a:lstStyle>
          <a:p>
            <a:pPr algn="ctr"/>
            <a:r>
              <a:rPr lang="en-IN"/>
              <a:t>Reliance Jio Infocomm Limited</a:t>
            </a:r>
            <a:endParaRPr lang="en-IN" dirty="0"/>
          </a:p>
        </p:txBody>
      </p:sp>
      <p:sp>
        <p:nvSpPr>
          <p:cNvPr id="6" name="Slide Number Placeholder 5"/>
          <p:cNvSpPr>
            <a:spLocks noGrp="1"/>
          </p:cNvSpPr>
          <p:nvPr>
            <p:ph type="sldNum" sz="quarter" idx="4"/>
          </p:nvPr>
        </p:nvSpPr>
        <p:spPr>
          <a:xfrm>
            <a:off x="6300192" y="6597352"/>
            <a:ext cx="2843808" cy="260648"/>
          </a:xfrm>
          <a:prstGeom prst="rect">
            <a:avLst/>
          </a:prstGeom>
          <a:solidFill>
            <a:srgbClr val="DC0711"/>
          </a:solidFill>
        </p:spPr>
        <p:txBody>
          <a:bodyPr vert="horz" lIns="91440" tIns="45720" rIns="91440" bIns="45720" rtlCol="0" anchor="ctr"/>
          <a:lstStyle>
            <a:lvl1pPr>
              <a:defRPr lang="en-US" sz="1200" smtClean="0">
                <a:solidFill>
                  <a:schemeClr val="bg1"/>
                </a:solidFill>
              </a:defRPr>
            </a:lvl1pPr>
          </a:lstStyle>
          <a:p>
            <a:pPr algn="r"/>
            <a:fld id="{B6F15528-21DE-4FAA-801E-634DDDAF4B2B}" type="slidenum">
              <a:rPr lang="en-IN" smtClean="0"/>
              <a:pPr algn="r"/>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50" r:id="rId4"/>
    <p:sldLayoutId id="214748366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3" r:id="rId15"/>
  </p:sldLayoutIdLst>
  <p:hf hdr="0"/>
  <p:txStyles>
    <p:titleStyle>
      <a:lvl1pPr algn="ctr" defTabSz="914400" rtl="0" eaLnBrk="1" latinLnBrk="0" hangingPunct="1">
        <a:spcBef>
          <a:spcPct val="0"/>
        </a:spcBef>
        <a:buNone/>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742950" indent="-285750" algn="l" defTabSz="914400" rtl="0" eaLnBrk="1" latinLnBrk="0" hangingPunct="1">
        <a:spcBef>
          <a:spcPct val="20000"/>
        </a:spcBef>
        <a:buFont typeface="Arial" pitchFamily="34" charset="0"/>
        <a:buChar char="–"/>
        <a:defRPr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spcBef>
          <a:spcPct val="20000"/>
        </a:spcBef>
        <a:buFont typeface="Arial" pitchFamily="34" charset="0"/>
        <a:buChar char="•"/>
        <a:defRPr sz="160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spcBef>
          <a:spcPct val="20000"/>
        </a:spcBef>
        <a:buFont typeface="Arial" pitchFamily="34" charset="0"/>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oleObject" Target="../embeddings/oleObject2.bin"/><Relationship Id="rId5" Type="http://schemas.openxmlformats.org/officeDocument/2006/relationships/image" Target="../media/image11.emf"/><Relationship Id="rId4" Type="http://schemas.openxmlformats.org/officeDocument/2006/relationships/oleObject" Target="../embeddings/oleObject1.bin"/><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0.png"/><Relationship Id="rId7" Type="http://schemas.openxmlformats.org/officeDocument/2006/relationships/oleObject" Target="../embeddings/oleObject3.bin"/><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6.emf"/><Relationship Id="rId11" Type="http://schemas.openxmlformats.org/officeDocument/2006/relationships/oleObject" Target="../embeddings/oleObject4.bin"/><Relationship Id="rId5" Type="http://schemas.openxmlformats.org/officeDocument/2006/relationships/image" Target="../media/image15.jpeg"/><Relationship Id="rId10" Type="http://schemas.openxmlformats.org/officeDocument/2006/relationships/image" Target="../media/image13.png"/><Relationship Id="rId4" Type="http://schemas.openxmlformats.org/officeDocument/2006/relationships/hyperlink" Target="http://images.google.co.in/imgres?imgurl=http://www.slipperybrick.com/wp-content/uploads/2007/01/t-mobile-white-blackberry-pearl.jpg&amp;imgrefurl=http://www.slipperybrick.com/search/ipod%2Bmap&amp;h=470&amp;w=300&amp;sz=108&amp;hl=en&amp;start=5&amp;sig2=N7n3C65gnkvU1MsSH5racw&amp;tbnid=-9KDx8fP2k5klM:&amp;tbnh=129&amp;tbnw=82&amp;ei=EOAWSKjnGpqUwQH32IV5&amp;prev=/images%3Fq%3Dmobile%26gbv%3D2%26ndsp%3D20%26hl%3Den%26sa%3DN" TargetMode="External"/><Relationship Id="rId9"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0.png"/><Relationship Id="rId7"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hyperlink" Target="http://images.google.co.in/imgres?imgurl=http://www.slipperybrick.com/wp-content/uploads/2007/01/t-mobile-white-blackberry-pearl.jpg&amp;imgrefurl=http://www.slipperybrick.com/search/ipod%2Bmap&amp;h=470&amp;w=300&amp;sz=108&amp;hl=en&amp;start=5&amp;sig2=N7n3C65gnkvU1MsSH5racw&amp;tbnid=-9KDx8fP2k5klM:&amp;tbnh=129&amp;tbnw=82&amp;ei=EOAWSKjnGpqUwQH32IV5&amp;prev=/images%3Fq%3Dmobile%26gbv%3D2%26ndsp%3D20%26hl%3Den%26sa%3DN" TargetMode="External"/><Relationship Id="rId5" Type="http://schemas.openxmlformats.org/officeDocument/2006/relationships/image" Target="../media/image13.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idx="4294967295"/>
          </p:nvPr>
        </p:nvSpPr>
        <p:spPr>
          <a:xfrm>
            <a:off x="2987824" y="2924175"/>
            <a:ext cx="6156177" cy="2376488"/>
          </a:xfrm>
        </p:spPr>
        <p:txBody>
          <a:bodyPr>
            <a:noAutofit/>
          </a:bodyPr>
          <a:lstStyle/>
          <a:p>
            <a:pPr algn="r"/>
            <a:br>
              <a:rPr lang="en-US" sz="2800" dirty="0">
                <a:latin typeface="Tahoma" panose="020B0604030504040204" pitchFamily="34" charset="0"/>
                <a:ea typeface="Tahoma" panose="020B0604030504040204" pitchFamily="34" charset="0"/>
                <a:cs typeface="Tahoma" panose="020B0604030504040204" pitchFamily="34" charset="0"/>
              </a:rPr>
            </a:br>
            <a:br>
              <a:rPr lang="en-IN" sz="2800" dirty="0">
                <a:latin typeface="Tahoma" panose="020B0604030504040204" pitchFamily="34" charset="0"/>
                <a:ea typeface="Tahoma" panose="020B0604030504040204" pitchFamily="34" charset="0"/>
                <a:cs typeface="Tahoma" panose="020B0604030504040204" pitchFamily="34" charset="0"/>
              </a:rPr>
            </a:br>
            <a:r>
              <a:rPr lang="en-IN" sz="3600" b="1" dirty="0">
                <a:latin typeface="Tahoma" panose="020B0604030504040204" pitchFamily="34" charset="0"/>
                <a:ea typeface="Tahoma" panose="020B0604030504040204" pitchFamily="34" charset="0"/>
                <a:cs typeface="Tahoma" panose="020B0604030504040204" pitchFamily="34" charset="0"/>
              </a:rPr>
              <a:t>Revenue Assurance</a:t>
            </a:r>
            <a:br>
              <a:rPr lang="en-IN" b="1" dirty="0">
                <a:latin typeface="Tahoma" panose="020B0604030504040204" pitchFamily="34" charset="0"/>
                <a:ea typeface="Tahoma" panose="020B0604030504040204" pitchFamily="34" charset="0"/>
                <a:cs typeface="Tahoma" panose="020B0604030504040204" pitchFamily="34" charset="0"/>
              </a:rPr>
            </a:br>
            <a:r>
              <a:rPr lang="en-IN" sz="2800" dirty="0"/>
              <a:t>Prepaid</a:t>
            </a:r>
            <a:r>
              <a:rPr lang="en-IN" sz="2800" dirty="0">
                <a:latin typeface="Tahoma" panose="020B0604030504040204" pitchFamily="34" charset="0"/>
                <a:ea typeface="Tahoma" panose="020B0604030504040204" pitchFamily="34" charset="0"/>
                <a:cs typeface="Tahoma" panose="020B0604030504040204" pitchFamily="34" charset="0"/>
              </a:rPr>
              <a:t> </a:t>
            </a:r>
            <a:r>
              <a:rPr lang="en-IN" sz="2800" dirty="0"/>
              <a:t>Revenue Stream</a:t>
            </a:r>
            <a:endParaRPr lang="en-IN" sz="2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5947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dirty="0"/>
              <a:t>Confidential</a:t>
            </a:r>
          </a:p>
        </p:txBody>
      </p:sp>
      <p:sp>
        <p:nvSpPr>
          <p:cNvPr id="5" name="Footer Placeholder 4"/>
          <p:cNvSpPr>
            <a:spLocks noGrp="1"/>
          </p:cNvSpPr>
          <p:nvPr>
            <p:ph type="ftr" sz="quarter" idx="11"/>
          </p:nvPr>
        </p:nvSpPr>
        <p:spPr/>
        <p:txBody>
          <a:bodyPr/>
          <a:lstStyle/>
          <a:p>
            <a:r>
              <a:rPr lang="en-US" dirty="0"/>
              <a:t>Reliance Jio Infocomm Limited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pic>
        <p:nvPicPr>
          <p:cNvPr id="7" name="Picture 2" descr="C:\WINDOWS\Temp\Winzip\wz0a10\14H03735_RF.jpg"/>
          <p:cNvPicPr>
            <a:picLocks noChangeAspect="1" noChangeArrowheads="1"/>
          </p:cNvPicPr>
          <p:nvPr/>
        </p:nvPicPr>
        <p:blipFill>
          <a:blip r:embed="rId3" cstate="email">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796371"/>
            <a:ext cx="9144002" cy="5832648"/>
          </a:xfrm>
          <a:prstGeom prst="rect">
            <a:avLst/>
          </a:prstGeom>
          <a:noFill/>
        </p:spPr>
      </p:pic>
      <p:graphicFrame>
        <p:nvGraphicFramePr>
          <p:cNvPr id="8" name="Table 7"/>
          <p:cNvGraphicFramePr>
            <a:graphicFrameLocks noGrp="1"/>
          </p:cNvGraphicFramePr>
          <p:nvPr>
            <p:extLst>
              <p:ext uri="{D42A27DB-BD31-4B8C-83A1-F6EECF244321}">
                <p14:modId xmlns:p14="http://schemas.microsoft.com/office/powerpoint/2010/main" val="1781401351"/>
              </p:ext>
            </p:extLst>
          </p:nvPr>
        </p:nvGraphicFramePr>
        <p:xfrm>
          <a:off x="842953" y="1527992"/>
          <a:ext cx="3945071" cy="2582354"/>
        </p:xfrm>
        <a:graphic>
          <a:graphicData uri="http://schemas.openxmlformats.org/drawingml/2006/table">
            <a:tbl>
              <a:tblPr>
                <a:effectLst/>
              </a:tblPr>
              <a:tblGrid>
                <a:gridCol w="3487222">
                  <a:extLst>
                    <a:ext uri="{9D8B030D-6E8A-4147-A177-3AD203B41FA5}">
                      <a16:colId xmlns:a16="http://schemas.microsoft.com/office/drawing/2014/main" val="20000"/>
                    </a:ext>
                  </a:extLst>
                </a:gridCol>
                <a:gridCol w="457849">
                  <a:extLst>
                    <a:ext uri="{9D8B030D-6E8A-4147-A177-3AD203B41FA5}">
                      <a16:colId xmlns:a16="http://schemas.microsoft.com/office/drawing/2014/main" val="20001"/>
                    </a:ext>
                  </a:extLst>
                </a:gridCol>
              </a:tblGrid>
              <a:tr h="365762">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marL="0" indent="0">
                        <a:buClr>
                          <a:srgbClr val="FFC000"/>
                        </a:buClr>
                        <a:buSzPct val="80000"/>
                        <a:buFont typeface="Wingdings 3" pitchFamily="18" charset="2"/>
                        <a:buNone/>
                      </a:pPr>
                      <a:endParaRPr lang="en-IN" sz="18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algn="ctr"/>
                      <a:r>
                        <a:rPr lang="en-US" sz="1000" dirty="0">
                          <a:solidFill>
                            <a:schemeClr val="tx1"/>
                          </a:solidFill>
                          <a:latin typeface="Tahoma" panose="020B0604030504040204" pitchFamily="34" charset="0"/>
                          <a:ea typeface="Tahoma" panose="020B0604030504040204" pitchFamily="34" charset="0"/>
                          <a:cs typeface="Tahoma" panose="020B0604030504040204" pitchFamily="34" charset="0"/>
                        </a:rPr>
                        <a:t>Page</a:t>
                      </a:r>
                      <a:endParaRPr lang="en-IN" sz="14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54148">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marL="0" indent="0">
                        <a:buClr>
                          <a:srgbClr val="FFC000"/>
                        </a:buClr>
                        <a:buSzPct val="80000"/>
                        <a:buFont typeface="Wingdings 3" pitchFamily="18" charset="2"/>
                        <a:buNone/>
                      </a:pPr>
                      <a:r>
                        <a:rPr lang="en-US" sz="1500" b="0" dirty="0">
                          <a:solidFill>
                            <a:schemeClr val="tx1"/>
                          </a:solidFill>
                          <a:latin typeface="Tahoma" panose="020B0604030504040204" pitchFamily="34" charset="0"/>
                          <a:ea typeface="Tahoma" panose="020B0604030504040204" pitchFamily="34" charset="0"/>
                          <a:cs typeface="Tahoma" panose="020B0604030504040204" pitchFamily="34" charset="0"/>
                        </a:rPr>
                        <a:t>Fundamentals</a:t>
                      </a:r>
                      <a:endParaRPr lang="en-IN" sz="15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algn="ctr"/>
                      <a:r>
                        <a:rPr lang="en-US" sz="1400" dirty="0">
                          <a:solidFill>
                            <a:schemeClr val="tx1"/>
                          </a:solidFill>
                          <a:latin typeface="Tahoma" panose="020B0604030504040204" pitchFamily="34" charset="0"/>
                          <a:ea typeface="Tahoma" panose="020B0604030504040204" pitchFamily="34" charset="0"/>
                          <a:cs typeface="Tahoma" panose="020B0604030504040204" pitchFamily="34" charset="0"/>
                        </a:rPr>
                        <a:t>3</a:t>
                      </a:r>
                      <a:endParaRPr lang="en-IN" sz="14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554148">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marL="0" marR="0" indent="0" algn="l" defTabSz="914400" rtl="0" eaLnBrk="1" fontAlgn="auto" latinLnBrk="0" hangingPunct="1">
                        <a:lnSpc>
                          <a:spcPct val="100000"/>
                        </a:lnSpc>
                        <a:spcBef>
                          <a:spcPts val="0"/>
                        </a:spcBef>
                        <a:spcAft>
                          <a:spcPts val="0"/>
                        </a:spcAft>
                        <a:buClr>
                          <a:srgbClr val="FFC000"/>
                        </a:buClr>
                        <a:buSzPct val="80000"/>
                        <a:buFont typeface="Wingdings 3" pitchFamily="18" charset="2"/>
                        <a:buNone/>
                        <a:tabLst/>
                        <a:defRPr/>
                      </a:pPr>
                      <a:r>
                        <a:rPr lang="en-US" sz="1500" b="0" baseline="0" dirty="0">
                          <a:solidFill>
                            <a:schemeClr val="tx1"/>
                          </a:solidFill>
                          <a:latin typeface="Tahoma" panose="020B0604030504040204" pitchFamily="34" charset="0"/>
                          <a:ea typeface="Tahoma" panose="020B0604030504040204" pitchFamily="34" charset="0"/>
                          <a:cs typeface="Tahoma" panose="020B0604030504040204" pitchFamily="34" charset="0"/>
                        </a:rPr>
                        <a:t>Prepaid Service </a:t>
                      </a:r>
                      <a:r>
                        <a:rPr lang="en-US" sz="1500" b="0" dirty="0">
                          <a:solidFill>
                            <a:schemeClr val="tx1"/>
                          </a:solidFill>
                          <a:latin typeface="Tahoma" panose="020B0604030504040204" pitchFamily="34" charset="0"/>
                          <a:ea typeface="Tahoma" panose="020B0604030504040204" pitchFamily="34" charset="0"/>
                          <a:cs typeface="Tahoma" panose="020B0604030504040204" pitchFamily="34" charset="0"/>
                        </a:rPr>
                        <a:t>Revenue</a:t>
                      </a:r>
                      <a:r>
                        <a:rPr lang="en-US" sz="1500" b="0" baseline="0" dirty="0">
                          <a:solidFill>
                            <a:schemeClr val="tx1"/>
                          </a:solidFill>
                          <a:latin typeface="Tahoma" panose="020B0604030504040204" pitchFamily="34" charset="0"/>
                          <a:ea typeface="Tahoma" panose="020B0604030504040204" pitchFamily="34" charset="0"/>
                          <a:cs typeface="Tahoma" panose="020B0604030504040204" pitchFamily="34" charset="0"/>
                        </a:rPr>
                        <a:t> Cycle</a:t>
                      </a:r>
                      <a:endParaRPr lang="en-IN" sz="15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algn="ctr"/>
                      <a:r>
                        <a:rPr lang="en-US" sz="1400" dirty="0">
                          <a:solidFill>
                            <a:schemeClr val="tx1"/>
                          </a:solidFill>
                          <a:latin typeface="Tahoma" panose="020B0604030504040204" pitchFamily="34" charset="0"/>
                          <a:ea typeface="Tahoma" panose="020B0604030504040204" pitchFamily="34" charset="0"/>
                          <a:cs typeface="Tahoma" panose="020B0604030504040204" pitchFamily="34" charset="0"/>
                        </a:rPr>
                        <a:t>7</a:t>
                      </a:r>
                      <a:endParaRPr lang="en-IN" sz="14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54148">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marL="0" indent="0">
                        <a:buClr>
                          <a:srgbClr val="FFC000"/>
                        </a:buClr>
                        <a:buSzPct val="80000"/>
                        <a:buFont typeface="Wingdings 3" pitchFamily="18" charset="2"/>
                        <a:buNone/>
                      </a:pPr>
                      <a:r>
                        <a:rPr lang="en-US" sz="1500" b="0" baseline="0" dirty="0">
                          <a:solidFill>
                            <a:schemeClr val="tx1"/>
                          </a:solidFill>
                          <a:latin typeface="Tahoma" panose="020B0604030504040204" pitchFamily="34" charset="0"/>
                          <a:ea typeface="Tahoma" panose="020B0604030504040204" pitchFamily="34" charset="0"/>
                          <a:cs typeface="Tahoma" panose="020B0604030504040204" pitchFamily="34" charset="0"/>
                        </a:rPr>
                        <a:t>How It Works?</a:t>
                      </a:r>
                      <a:endParaRPr lang="en-IN" sz="15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algn="ctr"/>
                      <a:r>
                        <a:rPr lang="en-US" sz="1400" dirty="0">
                          <a:solidFill>
                            <a:schemeClr val="tx1"/>
                          </a:solidFill>
                          <a:latin typeface="Tahoma" panose="020B0604030504040204" pitchFamily="34" charset="0"/>
                          <a:ea typeface="Tahoma" panose="020B0604030504040204" pitchFamily="34" charset="0"/>
                          <a:cs typeface="Tahoma" panose="020B0604030504040204" pitchFamily="34" charset="0"/>
                        </a:rPr>
                        <a:t>9</a:t>
                      </a:r>
                      <a:endParaRPr lang="en-IN" sz="14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54148">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marL="0" marR="0" indent="0" algn="l" defTabSz="914400" rtl="0" eaLnBrk="1" fontAlgn="auto" latinLnBrk="0" hangingPunct="1">
                        <a:lnSpc>
                          <a:spcPct val="100000"/>
                        </a:lnSpc>
                        <a:spcBef>
                          <a:spcPts val="0"/>
                        </a:spcBef>
                        <a:spcAft>
                          <a:spcPts val="0"/>
                        </a:spcAft>
                        <a:buClr>
                          <a:srgbClr val="FFC000"/>
                        </a:buClr>
                        <a:buSzPct val="80000"/>
                        <a:buFont typeface="Wingdings 3" pitchFamily="18" charset="2"/>
                        <a:buNone/>
                        <a:tabLst/>
                        <a:defRPr/>
                      </a:pPr>
                      <a:r>
                        <a:rPr lang="en-US" sz="1500" b="0" dirty="0">
                          <a:solidFill>
                            <a:schemeClr val="tx1"/>
                          </a:solidFill>
                          <a:latin typeface="Tahoma" panose="020B0604030504040204" pitchFamily="34" charset="0"/>
                          <a:ea typeface="Tahoma" panose="020B0604030504040204" pitchFamily="34" charset="0"/>
                          <a:cs typeface="Tahoma" panose="020B0604030504040204" pitchFamily="34" charset="0"/>
                        </a:rPr>
                        <a:t>Risk</a:t>
                      </a:r>
                      <a:r>
                        <a:rPr lang="en-US" sz="1500" b="0" baseline="0" dirty="0">
                          <a:solidFill>
                            <a:schemeClr val="tx1"/>
                          </a:solidFill>
                          <a:latin typeface="Tahoma" panose="020B0604030504040204" pitchFamily="34" charset="0"/>
                          <a:ea typeface="Tahoma" panose="020B0604030504040204" pitchFamily="34" charset="0"/>
                          <a:cs typeface="Tahoma" panose="020B0604030504040204" pitchFamily="34" charset="0"/>
                        </a:rPr>
                        <a:t> Mitigation</a:t>
                      </a:r>
                      <a:endParaRPr lang="en-IN" sz="1500" b="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rial"/>
                          <a:ea typeface=""/>
                          <a:cs typeface=""/>
                        </a:defRPr>
                      </a:lvl1pPr>
                      <a:lvl2pPr marL="457200" algn="l" defTabSz="914400" rtl="0" eaLnBrk="1" latinLnBrk="0" hangingPunct="1">
                        <a:defRPr sz="1800" kern="1200">
                          <a:solidFill>
                            <a:schemeClr val="dk1"/>
                          </a:solidFill>
                          <a:latin typeface="Arial"/>
                          <a:ea typeface=""/>
                          <a:cs typeface=""/>
                        </a:defRPr>
                      </a:lvl2pPr>
                      <a:lvl3pPr marL="914400" algn="l" defTabSz="914400" rtl="0" eaLnBrk="1" latinLnBrk="0" hangingPunct="1">
                        <a:defRPr sz="1800" kern="1200">
                          <a:solidFill>
                            <a:schemeClr val="dk1"/>
                          </a:solidFill>
                          <a:latin typeface="Arial"/>
                          <a:ea typeface=""/>
                          <a:cs typeface=""/>
                        </a:defRPr>
                      </a:lvl3pPr>
                      <a:lvl4pPr marL="1371600" algn="l" defTabSz="914400" rtl="0" eaLnBrk="1" latinLnBrk="0" hangingPunct="1">
                        <a:defRPr sz="1800" kern="1200">
                          <a:solidFill>
                            <a:schemeClr val="dk1"/>
                          </a:solidFill>
                          <a:latin typeface="Arial"/>
                          <a:ea typeface=""/>
                          <a:cs typeface=""/>
                        </a:defRPr>
                      </a:lvl4pPr>
                      <a:lvl5pPr marL="1828800" algn="l" defTabSz="914400" rtl="0" eaLnBrk="1" latinLnBrk="0" hangingPunct="1">
                        <a:defRPr sz="1800" kern="1200">
                          <a:solidFill>
                            <a:schemeClr val="dk1"/>
                          </a:solidFill>
                          <a:latin typeface="Arial"/>
                          <a:ea typeface=""/>
                          <a:cs typeface=""/>
                        </a:defRPr>
                      </a:lvl5pPr>
                      <a:lvl6pPr marL="2286000" algn="l" defTabSz="914400" rtl="0" eaLnBrk="1" latinLnBrk="0" hangingPunct="1">
                        <a:defRPr sz="1800" kern="1200">
                          <a:solidFill>
                            <a:schemeClr val="dk1"/>
                          </a:solidFill>
                          <a:latin typeface="Arial"/>
                          <a:ea typeface=""/>
                          <a:cs typeface=""/>
                        </a:defRPr>
                      </a:lvl6pPr>
                      <a:lvl7pPr marL="2743200" algn="l" defTabSz="914400" rtl="0" eaLnBrk="1" latinLnBrk="0" hangingPunct="1">
                        <a:defRPr sz="1800" kern="1200">
                          <a:solidFill>
                            <a:schemeClr val="dk1"/>
                          </a:solidFill>
                          <a:latin typeface="Arial"/>
                          <a:ea typeface=""/>
                          <a:cs typeface=""/>
                        </a:defRPr>
                      </a:lvl7pPr>
                      <a:lvl8pPr marL="3200400" algn="l" defTabSz="914400" rtl="0" eaLnBrk="1" latinLnBrk="0" hangingPunct="1">
                        <a:defRPr sz="1800" kern="1200">
                          <a:solidFill>
                            <a:schemeClr val="dk1"/>
                          </a:solidFill>
                          <a:latin typeface="Arial"/>
                          <a:ea typeface=""/>
                          <a:cs typeface=""/>
                        </a:defRPr>
                      </a:lvl8pPr>
                      <a:lvl9pPr marL="3657600" algn="l" defTabSz="914400" rtl="0" eaLnBrk="1" latinLnBrk="0" hangingPunct="1">
                        <a:defRPr sz="1800" kern="1200">
                          <a:solidFill>
                            <a:schemeClr val="dk1"/>
                          </a:solidFill>
                          <a:latin typeface="Arial"/>
                          <a:ea typeface=""/>
                          <a:cs typeface=""/>
                        </a:defRPr>
                      </a:lvl9pPr>
                    </a:lstStyle>
                    <a:p>
                      <a:pPr algn="ctr"/>
                      <a:r>
                        <a:rPr lang="en-US" sz="1400" dirty="0">
                          <a:solidFill>
                            <a:schemeClr val="tx1"/>
                          </a:solidFill>
                          <a:latin typeface="Tahoma" panose="020B0604030504040204" pitchFamily="34" charset="0"/>
                          <a:ea typeface="Tahoma" panose="020B0604030504040204" pitchFamily="34" charset="0"/>
                          <a:cs typeface="Tahoma" panose="020B0604030504040204" pitchFamily="34" charset="0"/>
                        </a:rPr>
                        <a:t>11</a:t>
                      </a:r>
                      <a:endParaRPr lang="en-IN" sz="14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marT="45721" marB="45721"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rgbClr val="808080">
                          <a:lumMod val="40000"/>
                          <a:lumOff val="60000"/>
                        </a:srgbClr>
                      </a:solidFill>
                      <a:prstDash val="solid"/>
                      <a:round/>
                      <a:headEnd type="none" w="med" len="med"/>
                      <a:tailEnd type="none" w="med" len="med"/>
                    </a:lnT>
                    <a:lnB w="3175" cap="flat" cmpd="sng" algn="ctr">
                      <a:solidFill>
                        <a:srgbClr val="808080">
                          <a:lumMod val="40000"/>
                          <a:lumOff val="60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9" name="TextBox 8"/>
          <p:cNvSpPr txBox="1"/>
          <p:nvPr/>
        </p:nvSpPr>
        <p:spPr>
          <a:xfrm>
            <a:off x="432760" y="1997961"/>
            <a:ext cx="195566" cy="350857"/>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2400" b="1" dirty="0">
                <a:latin typeface="Tahoma" panose="020B0604030504040204" pitchFamily="34" charset="0"/>
                <a:ea typeface="Tahoma" panose="020B0604030504040204" pitchFamily="34" charset="0"/>
                <a:cs typeface="Tahoma" panose="020B0604030504040204" pitchFamily="34" charset="0"/>
              </a:rPr>
              <a:t>1</a:t>
            </a:r>
            <a:endParaRPr lang="en-IN" sz="2400" b="1" dirty="0">
              <a:latin typeface="Tahoma" panose="020B0604030504040204" pitchFamily="34" charset="0"/>
              <a:ea typeface="Tahoma" panose="020B0604030504040204" pitchFamily="34" charset="0"/>
              <a:cs typeface="Tahoma" panose="020B0604030504040204" pitchFamily="34" charset="0"/>
            </a:endParaRPr>
          </a:p>
        </p:txBody>
      </p:sp>
      <p:sp>
        <p:nvSpPr>
          <p:cNvPr id="10" name="TextBox 9"/>
          <p:cNvSpPr txBox="1"/>
          <p:nvPr/>
        </p:nvSpPr>
        <p:spPr>
          <a:xfrm>
            <a:off x="437678" y="3109413"/>
            <a:ext cx="195566" cy="350857"/>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2400" b="1" dirty="0">
                <a:latin typeface="Tahoma" panose="020B0604030504040204" pitchFamily="34" charset="0"/>
                <a:ea typeface="Tahoma" panose="020B0604030504040204" pitchFamily="34" charset="0"/>
                <a:cs typeface="Tahoma" panose="020B0604030504040204" pitchFamily="34" charset="0"/>
              </a:rPr>
              <a:t>3</a:t>
            </a:r>
            <a:endParaRPr lang="en-IN" sz="2400" b="1" dirty="0">
              <a:latin typeface="Tahoma" panose="020B0604030504040204" pitchFamily="34" charset="0"/>
              <a:ea typeface="Tahoma" panose="020B0604030504040204" pitchFamily="34" charset="0"/>
              <a:cs typeface="Tahoma" panose="020B0604030504040204" pitchFamily="34" charset="0"/>
            </a:endParaRPr>
          </a:p>
        </p:txBody>
      </p:sp>
      <p:sp>
        <p:nvSpPr>
          <p:cNvPr id="12" name="TextBox 11"/>
          <p:cNvSpPr txBox="1"/>
          <p:nvPr/>
        </p:nvSpPr>
        <p:spPr>
          <a:xfrm>
            <a:off x="437678" y="2556378"/>
            <a:ext cx="195566" cy="350857"/>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2400" b="1" dirty="0">
                <a:latin typeface="Tahoma" panose="020B0604030504040204" pitchFamily="34" charset="0"/>
                <a:ea typeface="Tahoma" panose="020B0604030504040204" pitchFamily="34" charset="0"/>
                <a:cs typeface="Tahoma" panose="020B0604030504040204" pitchFamily="34" charset="0"/>
              </a:rPr>
              <a:t>2</a:t>
            </a:r>
            <a:endParaRPr lang="en-IN" sz="2400" b="1" dirty="0">
              <a:latin typeface="Tahoma" panose="020B0604030504040204" pitchFamily="34" charset="0"/>
              <a:ea typeface="Tahoma" panose="020B0604030504040204" pitchFamily="34" charset="0"/>
              <a:cs typeface="Tahoma" panose="020B0604030504040204" pitchFamily="34" charset="0"/>
            </a:endParaRPr>
          </a:p>
        </p:txBody>
      </p:sp>
      <p:sp>
        <p:nvSpPr>
          <p:cNvPr id="13" name="TextBox 12"/>
          <p:cNvSpPr txBox="1"/>
          <p:nvPr/>
        </p:nvSpPr>
        <p:spPr>
          <a:xfrm>
            <a:off x="437678" y="3662449"/>
            <a:ext cx="195566" cy="350857"/>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2400" b="1" dirty="0">
                <a:latin typeface="Tahoma" panose="020B0604030504040204" pitchFamily="34" charset="0"/>
                <a:ea typeface="Tahoma" panose="020B0604030504040204" pitchFamily="34" charset="0"/>
                <a:cs typeface="Tahoma" panose="020B0604030504040204" pitchFamily="34" charset="0"/>
              </a:rPr>
              <a:t>4</a:t>
            </a:r>
            <a:endParaRPr lang="en-IN" sz="2400" b="1" dirty="0">
              <a:latin typeface="Tahoma" panose="020B0604030504040204" pitchFamily="34" charset="0"/>
              <a:ea typeface="Tahoma" panose="020B0604030504040204" pitchFamily="34" charset="0"/>
              <a:cs typeface="Tahoma" panose="020B0604030504040204" pitchFamily="34" charset="0"/>
            </a:endParaRPr>
          </a:p>
        </p:txBody>
      </p:sp>
      <p:sp>
        <p:nvSpPr>
          <p:cNvPr id="17" name="Title 1"/>
          <p:cNvSpPr txBox="1">
            <a:spLocks/>
          </p:cNvSpPr>
          <p:nvPr/>
        </p:nvSpPr>
        <p:spPr>
          <a:xfrm>
            <a:off x="306324" y="260648"/>
            <a:ext cx="6960008" cy="411162"/>
          </a:xfrm>
          <a:prstGeom prst="rect">
            <a:avLst/>
          </a:prstGeom>
        </p:spPr>
        <p:txBody>
          <a:bodyPr anchor="ctr">
            <a:noAutofit/>
          </a:bodyPr>
          <a:lstStyle>
            <a:lvl1pPr algn="ctr" defTabSz="914400" rtl="0" eaLnBrk="1" latinLnBrk="0" hangingPunct="1">
              <a:spcBef>
                <a:spcPct val="0"/>
              </a:spcBef>
              <a:buNone/>
              <a:defRPr sz="320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stStyle>
          <a:p>
            <a:pPr algn="l"/>
            <a:r>
              <a:rPr lang="en-US" sz="2800" b="1" dirty="0"/>
              <a:t>Table of contents</a:t>
            </a:r>
          </a:p>
        </p:txBody>
      </p:sp>
    </p:spTree>
    <p:extLst>
      <p:ext uri="{BB962C8B-B14F-4D97-AF65-F5344CB8AC3E}">
        <p14:creationId xmlns:p14="http://schemas.microsoft.com/office/powerpoint/2010/main" val="3551174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93232" y="4437112"/>
            <a:ext cx="4771256" cy="905931"/>
          </a:xfrm>
        </p:spPr>
        <p:txBody>
          <a:bodyPr anchor="t">
            <a:normAutofit/>
          </a:bodyPr>
          <a:lstStyle/>
          <a:p>
            <a:pPr algn="l"/>
            <a:r>
              <a:rPr lang="en-US" b="1" dirty="0"/>
              <a:t>Fundamentals</a:t>
            </a:r>
            <a:endParaRPr lang="en-IN" b="1" dirty="0"/>
          </a:p>
        </p:txBody>
      </p:sp>
      <p:sp>
        <p:nvSpPr>
          <p:cNvPr id="6" name="TextBox 5"/>
          <p:cNvSpPr txBox="1"/>
          <p:nvPr/>
        </p:nvSpPr>
        <p:spPr>
          <a:xfrm>
            <a:off x="3381350" y="4090284"/>
            <a:ext cx="654025" cy="1083365"/>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8000" b="1" dirty="0">
                <a:latin typeface="Tahoma" panose="020B0604030504040204" pitchFamily="34" charset="0"/>
                <a:ea typeface="Tahoma" panose="020B0604030504040204" pitchFamily="34" charset="0"/>
                <a:cs typeface="Tahoma" panose="020B0604030504040204" pitchFamily="34" charset="0"/>
              </a:rPr>
              <a:t>1</a:t>
            </a:r>
            <a:endParaRPr lang="en-IN" sz="6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87477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800" b="1" dirty="0"/>
              <a:t>Fundamentals</a:t>
            </a:r>
          </a:p>
        </p:txBody>
      </p:sp>
      <p:sp>
        <p:nvSpPr>
          <p:cNvPr id="4" name="Date Placeholder 3"/>
          <p:cNvSpPr>
            <a:spLocks noGrp="1"/>
          </p:cNvSpPr>
          <p:nvPr>
            <p:ph type="dt" sz="half" idx="10"/>
          </p:nvPr>
        </p:nvSpPr>
        <p:spPr/>
        <p:txBody>
          <a:bodyPr/>
          <a:lstStyle/>
          <a:p>
            <a:r>
              <a:rPr lang="en-US" dirty="0"/>
              <a:t>Confidential</a:t>
            </a:r>
          </a:p>
        </p:txBody>
      </p:sp>
      <p:sp>
        <p:nvSpPr>
          <p:cNvPr id="5" name="Footer Placeholder 4"/>
          <p:cNvSpPr>
            <a:spLocks noGrp="1"/>
          </p:cNvSpPr>
          <p:nvPr>
            <p:ph type="ftr" sz="quarter" idx="11"/>
          </p:nvPr>
        </p:nvSpPr>
        <p:spPr/>
        <p:txBody>
          <a:bodyPr/>
          <a:lstStyle/>
          <a:p>
            <a:r>
              <a:rPr lang="en-US" dirty="0"/>
              <a:t>Reliance Jio Infocomm Limited</a:t>
            </a:r>
          </a:p>
        </p:txBody>
      </p:sp>
      <p:sp>
        <p:nvSpPr>
          <p:cNvPr id="6" name="Slide Number Placeholder 5"/>
          <p:cNvSpPr>
            <a:spLocks noGrp="1"/>
          </p:cNvSpPr>
          <p:nvPr>
            <p:ph type="sldNum" sz="quarter" idx="12"/>
          </p:nvPr>
        </p:nvSpPr>
        <p:spPr/>
        <p:txBody>
          <a:bodyPr/>
          <a:lstStyle/>
          <a:p>
            <a:fld id="{B6F15528-21DE-4FAA-801E-634DDDAF4B2B}" type="slidenum">
              <a:rPr lang="en-US" sz="1100" smtClean="0"/>
              <a:pPr/>
              <a:t>4</a:t>
            </a:fld>
            <a:endParaRPr lang="en-US" sz="1100" dirty="0"/>
          </a:p>
        </p:txBody>
      </p:sp>
      <p:sp>
        <p:nvSpPr>
          <p:cNvPr id="18" name="Folded Corner 17"/>
          <p:cNvSpPr/>
          <p:nvPr/>
        </p:nvSpPr>
        <p:spPr>
          <a:xfrm>
            <a:off x="251520" y="1808820"/>
            <a:ext cx="1656184" cy="4104456"/>
          </a:xfrm>
          <a:prstGeom prst="foldedCorner">
            <a:avLst>
              <a:gd name="adj" fmla="val 17266"/>
            </a:avLst>
          </a:prstGeom>
          <a:solidFill>
            <a:schemeClr val="accent2"/>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pPr>
            <a:r>
              <a:rPr lang="en-IN" altLang="en-US" sz="1400" b="1" kern="0" dirty="0">
                <a:solidFill>
                  <a:schemeClr val="bg1"/>
                </a:solidFill>
                <a:latin typeface="Tahoma" panose="020B0604030504040204" pitchFamily="34" charset="0"/>
                <a:ea typeface="Tahoma" panose="020B0604030504040204" pitchFamily="34" charset="0"/>
                <a:cs typeface="Tahoma" panose="020B0604030504040204" pitchFamily="34" charset="0"/>
              </a:rPr>
              <a:t>Prepaid</a:t>
            </a:r>
            <a:r>
              <a:rPr lang="en-IN" altLang="en-US" sz="1200" kern="0" dirty="0">
                <a:solidFill>
                  <a:schemeClr val="bg1"/>
                </a:solidFill>
                <a:latin typeface="Tahoma" panose="020B0604030504040204" pitchFamily="34" charset="0"/>
                <a:ea typeface="Tahoma" panose="020B0604030504040204" pitchFamily="34" charset="0"/>
                <a:cs typeface="Tahoma" panose="020B0604030504040204" pitchFamily="34" charset="0"/>
              </a:rPr>
              <a:t> mobile services are in which credit is purchased in advance. Purchased credit is used to pay for services at the point the service is accessed or consumed. If there is no available credit, access to the requested service is denied. Users are able to top up their credit by using a variety of payment mechanisms </a:t>
            </a:r>
            <a:endParaRPr lang="en-US" altLang="en-US" sz="1200" kern="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19" name="Rectangle 18"/>
          <p:cNvSpPr/>
          <p:nvPr/>
        </p:nvSpPr>
        <p:spPr>
          <a:xfrm>
            <a:off x="251520" y="1556792"/>
            <a:ext cx="1656184" cy="252028"/>
          </a:xfrm>
          <a:prstGeom prst="rect">
            <a:avLst/>
          </a:prstGeom>
          <a:solidFill>
            <a:srgbClr val="FFE600"/>
          </a:solidFill>
          <a:ln>
            <a:solidFill>
              <a:srgbClr val="FFE6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latin typeface="Tahoma" panose="020B0604030504040204" pitchFamily="34" charset="0"/>
                <a:ea typeface="Tahoma" panose="020B0604030504040204" pitchFamily="34" charset="0"/>
                <a:cs typeface="Tahoma" panose="020B0604030504040204" pitchFamily="34" charset="0"/>
              </a:rPr>
              <a:t>Definition</a:t>
            </a:r>
            <a:endParaRPr lang="en-IN" sz="1400" b="1"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cxnSp>
        <p:nvCxnSpPr>
          <p:cNvPr id="31" name="Straight Connector 30"/>
          <p:cNvCxnSpPr/>
          <p:nvPr/>
        </p:nvCxnSpPr>
        <p:spPr>
          <a:xfrm>
            <a:off x="2195736" y="1052736"/>
            <a:ext cx="0" cy="5400600"/>
          </a:xfrm>
          <a:prstGeom prst="line">
            <a:avLst/>
          </a:prstGeom>
          <a:ln w="28575">
            <a:solidFill>
              <a:srgbClr val="FF6565"/>
            </a:solidFill>
            <a:prstDash val="dash"/>
            <a:headEnd type="oval"/>
            <a:tailEnd type="oval"/>
          </a:ln>
        </p:spPr>
        <p:style>
          <a:lnRef idx="1">
            <a:schemeClr val="accent2"/>
          </a:lnRef>
          <a:fillRef idx="0">
            <a:schemeClr val="accent2"/>
          </a:fillRef>
          <a:effectRef idx="0">
            <a:schemeClr val="accent2"/>
          </a:effectRef>
          <a:fontRef idx="minor">
            <a:schemeClr val="tx1"/>
          </a:fontRef>
        </p:style>
      </p:cxnSp>
      <p:sp>
        <p:nvSpPr>
          <p:cNvPr id="32" name="Pentagon 31"/>
          <p:cNvSpPr/>
          <p:nvPr/>
        </p:nvSpPr>
        <p:spPr bwMode="auto">
          <a:xfrm>
            <a:off x="2418052" y="1131573"/>
            <a:ext cx="2441980" cy="306389"/>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400" b="1" kern="0" dirty="0">
                <a:solidFill>
                  <a:prstClr val="black"/>
                </a:solidFill>
                <a:latin typeface="Tahoma" panose="020B0604030504040204" pitchFamily="34" charset="0"/>
                <a:ea typeface="Tahoma" panose="020B0604030504040204" pitchFamily="34" charset="0"/>
                <a:cs typeface="Tahoma" panose="020B0604030504040204" pitchFamily="34" charset="0"/>
              </a:rPr>
              <a:t>Prepaid v/s Postpaid</a:t>
            </a:r>
          </a:p>
        </p:txBody>
      </p:sp>
      <p:sp>
        <p:nvSpPr>
          <p:cNvPr id="33" name="Rounded Rectangle 32"/>
          <p:cNvSpPr/>
          <p:nvPr/>
        </p:nvSpPr>
        <p:spPr>
          <a:xfrm>
            <a:off x="2766012" y="1581978"/>
            <a:ext cx="2526068" cy="1847022"/>
          </a:xfrm>
          <a:prstGeom prst="roundRect">
            <a:avLst/>
          </a:prstGeom>
          <a:noFill/>
          <a:ln w="19050" cap="flat" cmpd="sng" algn="ctr">
            <a:solidFill>
              <a:srgbClr val="4F81BD">
                <a:shade val="95000"/>
                <a:satMod val="105000"/>
              </a:srgbClr>
            </a:solidFill>
            <a:prstDash val="solid"/>
          </a:ln>
          <a:effectLst>
            <a:outerShdw dist="23000" sx="1000" sy="1000" rotWithShape="0">
              <a:srgbClr val="000000"/>
            </a:outerShdw>
          </a:effectLst>
        </p:spPr>
        <p:txBody>
          <a:bodyPr rtlCol="0" anchor="t"/>
          <a:lstStyle/>
          <a:p>
            <a:pPr lvl="0">
              <a:defRPr/>
            </a:pPr>
            <a:r>
              <a:rPr lang="en-US" sz="1050" b="1" kern="0" dirty="0">
                <a:solidFill>
                  <a:prstClr val="black"/>
                </a:solidFill>
                <a:latin typeface="Tahoma" panose="020B0604030504040204" pitchFamily="34" charset="0"/>
                <a:ea typeface="Tahoma" panose="020B0604030504040204" pitchFamily="34" charset="0"/>
                <a:cs typeface="Tahoma" panose="020B0604030504040204" pitchFamily="34" charset="0"/>
              </a:rPr>
              <a:t>Prepaid Service:</a:t>
            </a:r>
          </a:p>
          <a:p>
            <a:pPr marL="0" marR="0" lvl="2" algn="just" fontAlgn="base">
              <a:lnSpc>
                <a:spcPct val="100000"/>
              </a:lnSpc>
              <a:spcBef>
                <a:spcPct val="0"/>
              </a:spcBef>
              <a:spcAft>
                <a:spcPct val="0"/>
              </a:spcAft>
              <a:buClr>
                <a:srgbClr val="FF0000"/>
              </a:buClr>
              <a:buSzPct val="100000"/>
              <a:tabLst/>
              <a:defRPr/>
            </a:pPr>
            <a:endParaRPr lang="en-US" sz="1000" dirty="0">
              <a:solidFill>
                <a:srgbClr val="0070C0"/>
              </a:solidFill>
              <a:latin typeface="Tahoma" panose="020B0604030504040204" pitchFamily="34" charset="0"/>
              <a:ea typeface="Tahoma" panose="020B0604030504040204" pitchFamily="34" charset="0"/>
              <a:cs typeface="Tahoma" panose="020B0604030504040204" pitchFamily="34" charset="0"/>
            </a:endParaRPr>
          </a:p>
          <a:p>
            <a:pPr marL="171450" marR="0" lvl="2" indent="-171450" algn="just" fontAlgn="base">
              <a:lnSpc>
                <a:spcPct val="100000"/>
              </a:lnSpc>
              <a:spcBef>
                <a:spcPct val="0"/>
              </a:spcBef>
              <a:spcAft>
                <a:spcPct val="0"/>
              </a:spcAft>
              <a:buClr>
                <a:srgbClr val="FF0000"/>
              </a:buClr>
              <a:buSzPct val="100000"/>
              <a:buFont typeface="Arial" panose="020B0604020202020204" pitchFamily="34" charset="0"/>
              <a:buChar char="•"/>
              <a:tabLst/>
              <a:defRPr/>
            </a:pPr>
            <a:r>
              <a:rPr lang="en-US" sz="1000" dirty="0">
                <a:solidFill>
                  <a:srgbClr val="C00000"/>
                </a:solidFill>
                <a:latin typeface="Tahoma" panose="020B0604030504040204" pitchFamily="34" charset="0"/>
                <a:ea typeface="Tahoma" panose="020B0604030504040204" pitchFamily="34" charset="0"/>
                <a:cs typeface="Tahoma" panose="020B0604030504040204" pitchFamily="34" charset="0"/>
              </a:rPr>
              <a:t>Pay </a:t>
            </a:r>
            <a:r>
              <a:rPr lang="en-US" sz="1000" b="1" dirty="0">
                <a:solidFill>
                  <a:srgbClr val="C00000"/>
                </a:solidFill>
                <a:latin typeface="Tahoma" panose="020B0604030504040204" pitchFamily="34" charset="0"/>
                <a:ea typeface="Tahoma" panose="020B0604030504040204" pitchFamily="34" charset="0"/>
                <a:cs typeface="Tahoma" panose="020B0604030504040204" pitchFamily="34" charset="0"/>
              </a:rPr>
              <a:t>before </a:t>
            </a:r>
            <a:r>
              <a:rPr lang="en-US" sz="1000" dirty="0">
                <a:solidFill>
                  <a:srgbClr val="C00000"/>
                </a:solidFill>
                <a:latin typeface="Tahoma" panose="020B0604030504040204" pitchFamily="34" charset="0"/>
                <a:ea typeface="Tahoma" panose="020B0604030504040204" pitchFamily="34" charset="0"/>
                <a:cs typeface="Tahoma" panose="020B0604030504040204" pitchFamily="34" charset="0"/>
              </a:rPr>
              <a:t>using the service</a:t>
            </a:r>
          </a:p>
          <a:p>
            <a:pPr marL="171450" marR="0" lvl="2" indent="-171450" algn="just" fontAlgn="base">
              <a:lnSpc>
                <a:spcPct val="100000"/>
              </a:lnSpc>
              <a:spcBef>
                <a:spcPct val="0"/>
              </a:spcBef>
              <a:spcAft>
                <a:spcPct val="0"/>
              </a:spcAft>
              <a:buClr>
                <a:srgbClr val="FF0000"/>
              </a:buClr>
              <a:buSzPct val="100000"/>
              <a:buFont typeface="Arial" panose="020B0604020202020204" pitchFamily="34" charset="0"/>
              <a:buChar char="•"/>
              <a:tabLst/>
              <a:defRPr/>
            </a:pPr>
            <a:r>
              <a:rPr lang="en-US" sz="1000" dirty="0">
                <a:solidFill>
                  <a:srgbClr val="C00000"/>
                </a:solidFill>
                <a:latin typeface="Tahoma" panose="020B0604030504040204" pitchFamily="34" charset="0"/>
                <a:ea typeface="Tahoma" panose="020B0604030504040204" pitchFamily="34" charset="0"/>
                <a:cs typeface="Tahoma" panose="020B0604030504040204" pitchFamily="34" charset="0"/>
              </a:rPr>
              <a:t>Services are limited with respect to time and usage</a:t>
            </a:r>
          </a:p>
          <a:p>
            <a:pPr marL="171450" marR="0" lvl="2" indent="-171450" algn="just" fontAlgn="base">
              <a:lnSpc>
                <a:spcPct val="100000"/>
              </a:lnSpc>
              <a:spcBef>
                <a:spcPct val="0"/>
              </a:spcBef>
              <a:spcAft>
                <a:spcPct val="0"/>
              </a:spcAft>
              <a:buClr>
                <a:srgbClr val="FF0000"/>
              </a:buClr>
              <a:buSzPct val="100000"/>
              <a:buFont typeface="Arial" panose="020B0604020202020204" pitchFamily="34" charset="0"/>
              <a:buChar char="•"/>
              <a:tabLst/>
              <a:defRPr/>
            </a:pPr>
            <a:r>
              <a:rPr lang="en-US" sz="1000" dirty="0">
                <a:solidFill>
                  <a:srgbClr val="C00000"/>
                </a:solidFill>
                <a:latin typeface="Tahoma" panose="020B0604030504040204" pitchFamily="34" charset="0"/>
                <a:ea typeface="Tahoma" panose="020B0604030504040204" pitchFamily="34" charset="0"/>
                <a:cs typeface="Tahoma" panose="020B0604030504040204" pitchFamily="34" charset="0"/>
              </a:rPr>
              <a:t>Services expire once the validity lapses &amp; recharge is required to use them again</a:t>
            </a:r>
          </a:p>
          <a:p>
            <a:pPr marL="171450" marR="0" lvl="2" indent="-171450" algn="just" fontAlgn="base">
              <a:lnSpc>
                <a:spcPct val="100000"/>
              </a:lnSpc>
              <a:spcBef>
                <a:spcPct val="0"/>
              </a:spcBef>
              <a:spcAft>
                <a:spcPct val="0"/>
              </a:spcAft>
              <a:buClr>
                <a:srgbClr val="FF0000"/>
              </a:buClr>
              <a:buSzPct val="100000"/>
              <a:buFont typeface="Arial" panose="020B0604020202020204" pitchFamily="34" charset="0"/>
              <a:buChar char="•"/>
              <a:tabLst/>
              <a:defRPr/>
            </a:pPr>
            <a:r>
              <a:rPr lang="en-US" sz="1000" dirty="0">
                <a:solidFill>
                  <a:srgbClr val="C00000"/>
                </a:solidFill>
                <a:latin typeface="Tahoma" panose="020B0604030504040204" pitchFamily="34" charset="0"/>
                <a:ea typeface="Tahoma" panose="020B0604030504040204" pitchFamily="34" charset="0"/>
                <a:cs typeface="Tahoma" panose="020B0604030504040204" pitchFamily="34" charset="0"/>
              </a:rPr>
              <a:t>Recommended for cost conscious users</a:t>
            </a:r>
          </a:p>
        </p:txBody>
      </p:sp>
      <p:sp>
        <p:nvSpPr>
          <p:cNvPr id="35" name="Rounded Rectangle 34"/>
          <p:cNvSpPr/>
          <p:nvPr/>
        </p:nvSpPr>
        <p:spPr>
          <a:xfrm>
            <a:off x="6006372" y="1559878"/>
            <a:ext cx="2526068" cy="1869122"/>
          </a:xfrm>
          <a:prstGeom prst="roundRect">
            <a:avLst/>
          </a:prstGeom>
          <a:noFill/>
          <a:ln w="19050" cap="flat" cmpd="sng" algn="ctr">
            <a:solidFill>
              <a:srgbClr val="C00000"/>
            </a:solidFill>
            <a:prstDash val="solid"/>
          </a:ln>
          <a:effectLst>
            <a:outerShdw sx="1000" sy="1000" rotWithShape="0">
              <a:srgbClr val="000000"/>
            </a:outerShdw>
          </a:effectLst>
        </p:spPr>
        <p:txBody>
          <a:bodyPr rtlCol="0" anchor="t"/>
          <a:lstStyle/>
          <a:p>
            <a:pPr lvl="0">
              <a:defRPr/>
            </a:pPr>
            <a:r>
              <a:rPr lang="en-US" sz="1050" b="1" kern="0" dirty="0">
                <a:solidFill>
                  <a:prstClr val="black"/>
                </a:solidFill>
                <a:latin typeface="Tahoma" panose="020B0604030504040204" pitchFamily="34" charset="0"/>
                <a:ea typeface="Tahoma" panose="020B0604030504040204" pitchFamily="34" charset="0"/>
                <a:cs typeface="Tahoma" panose="020B0604030504040204" pitchFamily="34" charset="0"/>
              </a:rPr>
              <a:t>Postpaid Service:</a:t>
            </a:r>
          </a:p>
          <a:p>
            <a:pPr marL="0" marR="0" lvl="2" algn="just" fontAlgn="base">
              <a:lnSpc>
                <a:spcPct val="100000"/>
              </a:lnSpc>
              <a:spcBef>
                <a:spcPct val="0"/>
              </a:spcBef>
              <a:spcAft>
                <a:spcPct val="0"/>
              </a:spcAft>
              <a:buClr>
                <a:srgbClr val="FF0000"/>
              </a:buClr>
              <a:buSzPct val="100000"/>
              <a:tabLst/>
              <a:defRPr/>
            </a:pPr>
            <a:endParaRPr lang="en-US" sz="1000" dirty="0">
              <a:solidFill>
                <a:srgbClr val="0070C0"/>
              </a:solidFill>
              <a:latin typeface="Tahoma" panose="020B0604030504040204" pitchFamily="34" charset="0"/>
              <a:ea typeface="Tahoma" panose="020B0604030504040204" pitchFamily="34" charset="0"/>
              <a:cs typeface="Tahoma" panose="020B0604030504040204" pitchFamily="34" charset="0"/>
            </a:endParaRPr>
          </a:p>
          <a:p>
            <a:pPr marL="171450" marR="0" lvl="2" indent="-171450" algn="just" fontAlgn="base">
              <a:lnSpc>
                <a:spcPct val="100000"/>
              </a:lnSpc>
              <a:spcBef>
                <a:spcPct val="0"/>
              </a:spcBef>
              <a:spcAft>
                <a:spcPct val="0"/>
              </a:spcAft>
              <a:buClr>
                <a:schemeClr val="tx2"/>
              </a:buClr>
              <a:buSzPct val="100000"/>
              <a:buFont typeface="Arial" panose="020B0604020202020204" pitchFamily="34" charset="0"/>
              <a:buChar char="•"/>
              <a:tabLst/>
              <a:defRPr/>
            </a:pPr>
            <a:r>
              <a:rPr lang="en-US" sz="1000" dirty="0">
                <a:solidFill>
                  <a:schemeClr val="accent1"/>
                </a:solidFill>
                <a:latin typeface="Tahoma" panose="020B0604030504040204" pitchFamily="34" charset="0"/>
                <a:ea typeface="Tahoma" panose="020B0604030504040204" pitchFamily="34" charset="0"/>
                <a:cs typeface="Tahoma" panose="020B0604030504040204" pitchFamily="34" charset="0"/>
              </a:rPr>
              <a:t>Pay your bill  </a:t>
            </a:r>
            <a:r>
              <a:rPr lang="en-US" sz="1000" b="1" dirty="0">
                <a:solidFill>
                  <a:schemeClr val="accent1"/>
                </a:solidFill>
                <a:latin typeface="Tahoma" panose="020B0604030504040204" pitchFamily="34" charset="0"/>
                <a:ea typeface="Tahoma" panose="020B0604030504040204" pitchFamily="34" charset="0"/>
                <a:cs typeface="Tahoma" panose="020B0604030504040204" pitchFamily="34" charset="0"/>
              </a:rPr>
              <a:t>after</a:t>
            </a:r>
            <a:r>
              <a:rPr lang="en-US" sz="1000" dirty="0">
                <a:solidFill>
                  <a:schemeClr val="accent1"/>
                </a:solidFill>
                <a:latin typeface="Tahoma" panose="020B0604030504040204" pitchFamily="34" charset="0"/>
                <a:ea typeface="Tahoma" panose="020B0604030504040204" pitchFamily="34" charset="0"/>
                <a:cs typeface="Tahoma" panose="020B0604030504040204" pitchFamily="34" charset="0"/>
              </a:rPr>
              <a:t> use</a:t>
            </a:r>
          </a:p>
          <a:p>
            <a:pPr marL="171450" marR="0" lvl="2" indent="-171450" algn="just" fontAlgn="base">
              <a:lnSpc>
                <a:spcPct val="100000"/>
              </a:lnSpc>
              <a:spcBef>
                <a:spcPct val="0"/>
              </a:spcBef>
              <a:spcAft>
                <a:spcPct val="0"/>
              </a:spcAft>
              <a:buClr>
                <a:schemeClr val="accent1"/>
              </a:buClr>
              <a:buSzPct val="100000"/>
              <a:buFont typeface="Arial" panose="020B0604020202020204" pitchFamily="34" charset="0"/>
              <a:buChar char="•"/>
              <a:tabLst/>
              <a:defRPr/>
            </a:pPr>
            <a:r>
              <a:rPr lang="en-US" sz="1000" dirty="0">
                <a:solidFill>
                  <a:schemeClr val="accent1"/>
                </a:solidFill>
                <a:latin typeface="Tahoma" panose="020B0604030504040204" pitchFamily="34" charset="0"/>
                <a:ea typeface="Tahoma" panose="020B0604030504040204" pitchFamily="34" charset="0"/>
                <a:cs typeface="Tahoma" panose="020B0604030504040204" pitchFamily="34" charset="0"/>
              </a:rPr>
              <a:t>No limit in using subscribed services unless credit limit enforced</a:t>
            </a:r>
          </a:p>
          <a:p>
            <a:pPr marL="171450" marR="0" lvl="2" indent="-171450" algn="just" fontAlgn="base">
              <a:lnSpc>
                <a:spcPct val="100000"/>
              </a:lnSpc>
              <a:spcBef>
                <a:spcPct val="0"/>
              </a:spcBef>
              <a:spcAft>
                <a:spcPct val="0"/>
              </a:spcAft>
              <a:buClr>
                <a:schemeClr val="accent1"/>
              </a:buClr>
              <a:buSzPct val="100000"/>
              <a:buFont typeface="Arial" panose="020B0604020202020204" pitchFamily="34" charset="0"/>
              <a:buChar char="•"/>
              <a:tabLst/>
              <a:defRPr/>
            </a:pPr>
            <a:r>
              <a:rPr lang="en-US" sz="1000" dirty="0">
                <a:solidFill>
                  <a:schemeClr val="accent1"/>
                </a:solidFill>
                <a:latin typeface="Tahoma" panose="020B0604030504040204" pitchFamily="34" charset="0"/>
                <a:ea typeface="Tahoma" panose="020B0604030504040204" pitchFamily="34" charset="0"/>
                <a:cs typeface="Tahoma" panose="020B0604030504040204" pitchFamily="34" charset="0"/>
              </a:rPr>
              <a:t>Services need to be cancelled as non payment does not automatically cancel/bar the VAS</a:t>
            </a:r>
          </a:p>
          <a:p>
            <a:pPr marL="171450" marR="0" lvl="2" indent="-171450" algn="just" fontAlgn="base">
              <a:lnSpc>
                <a:spcPct val="100000"/>
              </a:lnSpc>
              <a:spcBef>
                <a:spcPct val="0"/>
              </a:spcBef>
              <a:spcAft>
                <a:spcPct val="0"/>
              </a:spcAft>
              <a:buClr>
                <a:schemeClr val="accent1"/>
              </a:buClr>
              <a:buSzPct val="100000"/>
              <a:buFont typeface="Arial" panose="020B0604020202020204" pitchFamily="34" charset="0"/>
              <a:buChar char="•"/>
              <a:tabLst/>
              <a:defRPr/>
            </a:pPr>
            <a:r>
              <a:rPr lang="en-US" sz="1000" dirty="0">
                <a:solidFill>
                  <a:schemeClr val="accent1"/>
                </a:solidFill>
                <a:latin typeface="Tahoma" panose="020B0604030504040204" pitchFamily="34" charset="0"/>
                <a:ea typeface="Tahoma" panose="020B0604030504040204" pitchFamily="34" charset="0"/>
                <a:cs typeface="Tahoma" panose="020B0604030504040204" pitchFamily="34" charset="0"/>
              </a:rPr>
              <a:t>Recommended for heavy users</a:t>
            </a:r>
          </a:p>
        </p:txBody>
      </p:sp>
      <p:sp>
        <p:nvSpPr>
          <p:cNvPr id="36" name="Pentagon 35"/>
          <p:cNvSpPr/>
          <p:nvPr/>
        </p:nvSpPr>
        <p:spPr bwMode="auto">
          <a:xfrm>
            <a:off x="2498444" y="3609020"/>
            <a:ext cx="2433596" cy="324036"/>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400" b="1" kern="0" dirty="0">
                <a:solidFill>
                  <a:prstClr val="black"/>
                </a:solidFill>
                <a:latin typeface="Tahoma" panose="020B0604030504040204" pitchFamily="34" charset="0"/>
                <a:ea typeface="Tahoma" panose="020B0604030504040204" pitchFamily="34" charset="0"/>
                <a:cs typeface="Tahoma" panose="020B0604030504040204" pitchFamily="34" charset="0"/>
              </a:rPr>
              <a:t>Understanding Prepaid</a:t>
            </a:r>
          </a:p>
        </p:txBody>
      </p:sp>
      <p:sp>
        <p:nvSpPr>
          <p:cNvPr id="39" name="Text Box 14"/>
          <p:cNvSpPr txBox="1">
            <a:spLocks noChangeArrowheads="1"/>
          </p:cNvSpPr>
          <p:nvPr/>
        </p:nvSpPr>
        <p:spPr bwMode="auto">
          <a:xfrm>
            <a:off x="5004048" y="4954562"/>
            <a:ext cx="17287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a:spAutoFit/>
          </a:bodyPr>
          <a:lstStyle>
            <a:lvl1pPr marL="12700" indent="-12700"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1pPr>
            <a:lvl2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2pPr>
            <a:lvl3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3pPr>
            <a:lvl4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4pPr>
            <a:lvl5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b="1" dirty="0"/>
              <a:t>The Dough</a:t>
            </a:r>
          </a:p>
        </p:txBody>
      </p:sp>
      <p:sp>
        <p:nvSpPr>
          <p:cNvPr id="41" name="Oval 40"/>
          <p:cNvSpPr/>
          <p:nvPr/>
        </p:nvSpPr>
        <p:spPr bwMode="auto">
          <a:xfrm>
            <a:off x="2716830" y="1520788"/>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schemeClr val="bg1"/>
                </a:solidFill>
                <a:latin typeface="Tahoma" panose="020B0604030504040204" pitchFamily="34" charset="0"/>
                <a:ea typeface="Tahoma" panose="020B0604030504040204" pitchFamily="34" charset="0"/>
                <a:cs typeface="Tahoma" panose="020B0604030504040204" pitchFamily="34" charset="0"/>
              </a:rPr>
              <a:t>A</a:t>
            </a:r>
          </a:p>
        </p:txBody>
      </p:sp>
      <p:sp>
        <p:nvSpPr>
          <p:cNvPr id="42" name="Oval 41"/>
          <p:cNvSpPr/>
          <p:nvPr/>
        </p:nvSpPr>
        <p:spPr bwMode="auto">
          <a:xfrm>
            <a:off x="5927576" y="154421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schemeClr val="bg1"/>
                </a:solidFill>
                <a:latin typeface="Tahoma" panose="020B0604030504040204" pitchFamily="34" charset="0"/>
                <a:ea typeface="Tahoma" panose="020B0604030504040204" pitchFamily="34" charset="0"/>
                <a:cs typeface="Tahoma" panose="020B0604030504040204" pitchFamily="34" charset="0"/>
              </a:rPr>
              <a:t>B</a:t>
            </a:r>
          </a:p>
        </p:txBody>
      </p:sp>
      <p:sp>
        <p:nvSpPr>
          <p:cNvPr id="43" name="Oval 42"/>
          <p:cNvSpPr/>
          <p:nvPr/>
        </p:nvSpPr>
        <p:spPr bwMode="auto">
          <a:xfrm>
            <a:off x="2915816" y="4180449"/>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schemeClr val="bg1"/>
                </a:solidFill>
                <a:latin typeface="Tahoma" panose="020B0604030504040204" pitchFamily="34" charset="0"/>
                <a:ea typeface="Tahoma" panose="020B0604030504040204" pitchFamily="34" charset="0"/>
                <a:cs typeface="Tahoma" panose="020B0604030504040204" pitchFamily="34" charset="0"/>
              </a:rPr>
              <a:t>1</a:t>
            </a:r>
          </a:p>
        </p:txBody>
      </p:sp>
      <p:sp>
        <p:nvSpPr>
          <p:cNvPr id="44" name="Oval 43"/>
          <p:cNvSpPr/>
          <p:nvPr/>
        </p:nvSpPr>
        <p:spPr bwMode="auto">
          <a:xfrm>
            <a:off x="5076651" y="420851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schemeClr val="bg1"/>
                </a:solidFill>
                <a:latin typeface="Tahoma" panose="020B0604030504040204" pitchFamily="34" charset="0"/>
                <a:ea typeface="Tahoma" panose="020B0604030504040204" pitchFamily="34" charset="0"/>
                <a:cs typeface="Tahoma" panose="020B0604030504040204" pitchFamily="34" charset="0"/>
              </a:rPr>
              <a:t>2</a:t>
            </a:r>
          </a:p>
        </p:txBody>
      </p:sp>
      <p:sp>
        <p:nvSpPr>
          <p:cNvPr id="45" name="Oval 44"/>
          <p:cNvSpPr/>
          <p:nvPr/>
        </p:nvSpPr>
        <p:spPr bwMode="auto">
          <a:xfrm>
            <a:off x="7380312" y="420851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schemeClr val="bg1"/>
                </a:solidFill>
                <a:latin typeface="Tahoma" panose="020B0604030504040204" pitchFamily="34" charset="0"/>
                <a:ea typeface="Tahoma" panose="020B0604030504040204" pitchFamily="34" charset="0"/>
                <a:cs typeface="Tahoma" panose="020B0604030504040204" pitchFamily="34" charset="0"/>
              </a:rPr>
              <a:t>3</a:t>
            </a:r>
          </a:p>
        </p:txBody>
      </p:sp>
      <p:sp>
        <p:nvSpPr>
          <p:cNvPr id="7" name="TextBox 6"/>
          <p:cNvSpPr txBox="1"/>
          <p:nvPr/>
        </p:nvSpPr>
        <p:spPr>
          <a:xfrm>
            <a:off x="2627784" y="5229200"/>
            <a:ext cx="1728192" cy="1080120"/>
          </a:xfrm>
          <a:prstGeom prst="rect">
            <a:avLst/>
          </a:prstGeom>
        </p:spPr>
        <p:txBody>
          <a:bodyPr vert="horz" wrap="square" lIns="91440" tIns="45720" rIns="91440" bIns="45720" rtlCol="0" anchor="t">
            <a:noAutofit/>
          </a:bodyPr>
          <a:lstStyle/>
          <a:p>
            <a:r>
              <a:rPr lang="en-IN" sz="1100" dirty="0">
                <a:latin typeface="Tahoma" panose="020B0604030504040204" pitchFamily="34" charset="0"/>
                <a:ea typeface="Tahoma" panose="020B0604030504040204" pitchFamily="34" charset="0"/>
                <a:cs typeface="Tahoma" panose="020B0604030504040204" pitchFamily="34" charset="0"/>
              </a:rPr>
              <a:t>Contract specifies a limit of </a:t>
            </a:r>
            <a:r>
              <a:rPr lang="en-IN" sz="1100" dirty="0" err="1">
                <a:latin typeface="Tahoma" panose="020B0604030504040204" pitchFamily="34" charset="0"/>
                <a:ea typeface="Tahoma" panose="020B0604030504040204" pitchFamily="34" charset="0"/>
                <a:cs typeface="Tahoma" panose="020B0604030504040204" pitchFamily="34" charset="0"/>
              </a:rPr>
              <a:t>mins</a:t>
            </a:r>
            <a:r>
              <a:rPr lang="en-IN" sz="1100" dirty="0">
                <a:latin typeface="Tahoma" panose="020B0604030504040204" pitchFamily="34" charset="0"/>
                <a:ea typeface="Tahoma" panose="020B0604030504040204" pitchFamily="34" charset="0"/>
                <a:cs typeface="Tahoma" panose="020B0604030504040204" pitchFamily="34" charset="0"/>
              </a:rPr>
              <a:t>, data etc. which are paid for the by the subscriber in advance in form of recharge or packs</a:t>
            </a:r>
          </a:p>
        </p:txBody>
      </p:sp>
      <p:sp>
        <p:nvSpPr>
          <p:cNvPr id="25" name="TextBox 24"/>
          <p:cNvSpPr txBox="1"/>
          <p:nvPr/>
        </p:nvSpPr>
        <p:spPr>
          <a:xfrm>
            <a:off x="5003453" y="5157192"/>
            <a:ext cx="1728787" cy="1080120"/>
          </a:xfrm>
          <a:prstGeom prst="rect">
            <a:avLst/>
          </a:prstGeom>
        </p:spPr>
        <p:txBody>
          <a:bodyPr vert="horz" wrap="square" lIns="91440" tIns="45720" rIns="91440" bIns="45720" rtlCol="0" anchor="t">
            <a:noAutofit/>
          </a:bodyPr>
          <a:lstStyle/>
          <a:p>
            <a:r>
              <a:rPr lang="en-IN" sz="1100" dirty="0">
                <a:latin typeface="Tahoma" panose="020B0604030504040204" pitchFamily="34" charset="0"/>
                <a:ea typeface="Tahoma" panose="020B0604030504040204" pitchFamily="34" charset="0"/>
                <a:cs typeface="Tahoma" panose="020B0604030504040204" pitchFamily="34" charset="0"/>
              </a:rPr>
              <a:t>In Prepaid agreements, collection is made by the operator before the subscriber uses the service. This results in Positive Cash Position for the operator</a:t>
            </a:r>
          </a:p>
        </p:txBody>
      </p:sp>
      <p:sp>
        <p:nvSpPr>
          <p:cNvPr id="26" name="TextBox 25"/>
          <p:cNvSpPr txBox="1"/>
          <p:nvPr/>
        </p:nvSpPr>
        <p:spPr>
          <a:xfrm>
            <a:off x="7163693" y="5157192"/>
            <a:ext cx="1656779" cy="1080120"/>
          </a:xfrm>
          <a:prstGeom prst="rect">
            <a:avLst/>
          </a:prstGeom>
        </p:spPr>
        <p:txBody>
          <a:bodyPr vert="horz" wrap="square" lIns="91440" tIns="45720" rIns="91440" bIns="45720" rtlCol="0" anchor="t">
            <a:noAutofit/>
          </a:bodyPr>
          <a:lstStyle/>
          <a:p>
            <a:r>
              <a:rPr lang="en-US" sz="1050" dirty="0">
                <a:latin typeface="Tahoma" panose="020B0604030504040204" pitchFamily="34" charset="0"/>
                <a:ea typeface="Tahoma" panose="020B0604030504040204" pitchFamily="34" charset="0"/>
                <a:cs typeface="Tahoma" panose="020B0604030504040204" pitchFamily="34" charset="0"/>
              </a:rPr>
              <a:t>Value Added Services like Live TV, Social Networking, Caller Tunes  </a:t>
            </a:r>
            <a:r>
              <a:rPr lang="en-US" sz="1050" dirty="0" err="1">
                <a:latin typeface="Tahoma" panose="020B0604030504040204" pitchFamily="34" charset="0"/>
                <a:ea typeface="Tahoma" panose="020B0604030504040204" pitchFamily="34" charset="0"/>
                <a:cs typeface="Tahoma" panose="020B0604030504040204" pitchFamily="34" charset="0"/>
              </a:rPr>
              <a:t>etc</a:t>
            </a:r>
            <a:r>
              <a:rPr lang="en-US" sz="1050" dirty="0">
                <a:latin typeface="Tahoma" panose="020B0604030504040204" pitchFamily="34" charset="0"/>
                <a:ea typeface="Tahoma" panose="020B0604030504040204" pitchFamily="34" charset="0"/>
                <a:cs typeface="Tahoma" panose="020B0604030504040204" pitchFamily="34" charset="0"/>
              </a:rPr>
              <a:t> can be subscribed for on the prepaid connection</a:t>
            </a:r>
            <a:endParaRPr lang="en-IN" sz="1050" dirty="0">
              <a:latin typeface="Tahoma" panose="020B0604030504040204" pitchFamily="34" charset="0"/>
              <a:ea typeface="Tahoma" panose="020B0604030504040204" pitchFamily="34" charset="0"/>
              <a:cs typeface="Tahoma" panose="020B0604030504040204" pitchFamily="34" charset="0"/>
            </a:endParaRPr>
          </a:p>
        </p:txBody>
      </p:sp>
      <p:pic>
        <p:nvPicPr>
          <p:cNvPr id="28" name="Picture 4"/>
          <p:cNvPicPr>
            <a:picLocks noChangeAspect="1" noChangeArrowheads="1"/>
          </p:cNvPicPr>
          <p:nvPr/>
        </p:nvPicPr>
        <p:blipFill>
          <a:blip r:embed="rId3" cstate="print">
            <a:duotone>
              <a:schemeClr val="accent1">
                <a:shade val="45000"/>
                <a:satMod val="135000"/>
              </a:schemeClr>
              <a:prstClr val="white"/>
            </a:duotone>
            <a:lum bright="19000"/>
          </a:blip>
          <a:srcRect/>
          <a:stretch>
            <a:fillRect/>
          </a:stretch>
        </p:blipFill>
        <p:spPr bwMode="auto">
          <a:xfrm>
            <a:off x="5292675" y="4248999"/>
            <a:ext cx="1117964" cy="620161"/>
          </a:xfrm>
          <a:prstGeom prst="rect">
            <a:avLst/>
          </a:prstGeom>
          <a:noFill/>
          <a:ln w="9525">
            <a:noFill/>
            <a:miter lim="800000"/>
            <a:headEnd/>
            <a:tailEnd/>
          </a:ln>
          <a:effectLst/>
        </p:spPr>
      </p:pic>
      <p:pic>
        <p:nvPicPr>
          <p:cNvPr id="1026" name="Picture 2" descr="C:\Users\harsh1.vora\Desktop\Obj_Fil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0400" y="4077072"/>
            <a:ext cx="980049" cy="980049"/>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4"/>
          <p:cNvSpPr txBox="1">
            <a:spLocks noChangeArrowheads="1"/>
          </p:cNvSpPr>
          <p:nvPr/>
        </p:nvSpPr>
        <p:spPr bwMode="auto">
          <a:xfrm>
            <a:off x="2627784" y="5026570"/>
            <a:ext cx="17287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a:spAutoFit/>
          </a:bodyPr>
          <a:lstStyle>
            <a:lvl1pPr marL="12700" indent="-12700"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1pPr>
            <a:lvl2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2pPr>
            <a:lvl3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3pPr>
            <a:lvl4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4pPr>
            <a:lvl5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b="1" dirty="0"/>
              <a:t>The Plan</a:t>
            </a:r>
          </a:p>
        </p:txBody>
      </p:sp>
      <p:pic>
        <p:nvPicPr>
          <p:cNvPr id="1027" name="Picture 3" descr="C:\Users\harsh1.vora\Desktop\Obj_Setting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2084" y="4149080"/>
            <a:ext cx="832731" cy="832731"/>
          </a:xfrm>
          <a:prstGeom prst="rect">
            <a:avLst/>
          </a:prstGeom>
          <a:noFill/>
          <a:extLst>
            <a:ext uri="{909E8E84-426E-40DD-AFC4-6F175D3DCCD1}">
              <a14:hiddenFill xmlns:a14="http://schemas.microsoft.com/office/drawing/2010/main">
                <a:solidFill>
                  <a:srgbClr val="FFFFFF"/>
                </a:solidFill>
              </a14:hiddenFill>
            </a:ext>
          </a:extLst>
        </p:spPr>
      </p:pic>
      <p:sp>
        <p:nvSpPr>
          <p:cNvPr id="34" name="Text Box 14"/>
          <p:cNvSpPr txBox="1">
            <a:spLocks noChangeArrowheads="1"/>
          </p:cNvSpPr>
          <p:nvPr/>
        </p:nvSpPr>
        <p:spPr bwMode="auto">
          <a:xfrm>
            <a:off x="7163693" y="4941168"/>
            <a:ext cx="1728787"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type="none" w="sm" len="sm"/>
                <a:tailEnd type="none" w="sm" len="sm"/>
              </a14:hiddenLine>
            </a:ext>
            <a:ext uri="{AF507438-7753-43E0-B8FC-AC1667EBCBE1}">
              <a14:hiddenEffects xmlns:a14="http://schemas.microsoft.com/office/drawing/2010/main">
                <a:effectLst>
                  <a:outerShdw dist="107763" dir="2700000" algn="ctr" rotWithShape="0">
                    <a:srgbClr val="808080"/>
                  </a:outerShdw>
                </a:effectLst>
              </a14:hiddenEffects>
            </a:ext>
          </a:extLst>
        </p:spPr>
        <p:txBody>
          <a:bodyPr>
            <a:spAutoFit/>
          </a:bodyPr>
          <a:lstStyle>
            <a:lvl1pPr marL="12700" indent="-12700"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1pPr>
            <a:lvl2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2pPr>
            <a:lvl3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3pPr>
            <a:lvl4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4pPr>
            <a:lvl5pPr algn="l" eaLnBrk="0" hangingPunct="0">
              <a:spcBef>
                <a:spcPct val="0"/>
              </a:spcBef>
              <a:defRPr sz="2400">
                <a:solidFill>
                  <a:schemeClr val="tx1"/>
                </a:solidFill>
                <a:latin typeface="Arial" panose="020B0604020202020204" pitchFamily="34" charset="0"/>
                <a:ea typeface="ＭＳ Ｐゴシック" panose="020B0600070205080204" pitchFamily="34" charset="-128"/>
              </a:defRPr>
            </a:lvl5pPr>
            <a:lvl6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spcBef>
                <a:spcPct val="50000"/>
              </a:spcBef>
            </a:pPr>
            <a:r>
              <a:rPr lang="en-GB" altLang="en-US" sz="1200" b="1" dirty="0"/>
              <a:t>Services</a:t>
            </a:r>
          </a:p>
        </p:txBody>
      </p:sp>
    </p:spTree>
    <p:extLst>
      <p:ext uri="{BB962C8B-B14F-4D97-AF65-F5344CB8AC3E}">
        <p14:creationId xmlns:p14="http://schemas.microsoft.com/office/powerpoint/2010/main" val="728360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Terminologies- Prepaid (1/2)</a:t>
            </a:r>
            <a:endParaRPr lang="en-IN" sz="2800" b="1" dirty="0"/>
          </a:p>
        </p:txBody>
      </p:sp>
      <p:sp>
        <p:nvSpPr>
          <p:cNvPr id="4" name="Date Placeholder 3"/>
          <p:cNvSpPr>
            <a:spLocks noGrp="1"/>
          </p:cNvSpPr>
          <p:nvPr>
            <p:ph type="dt" sz="half" idx="10"/>
          </p:nvPr>
        </p:nvSpPr>
        <p:spPr/>
        <p:txBody>
          <a:bodyPr/>
          <a:lstStyle/>
          <a:p>
            <a:r>
              <a:rPr lang="en-IN">
                <a:solidFill>
                  <a:prstClr val="white"/>
                </a:solidFill>
              </a:rPr>
              <a:t>Confidential</a:t>
            </a:r>
            <a:endParaRPr lang="en-IN" dirty="0">
              <a:solidFill>
                <a:prstClr val="white"/>
              </a:solidFill>
            </a:endParaRPr>
          </a:p>
        </p:txBody>
      </p:sp>
      <p:sp>
        <p:nvSpPr>
          <p:cNvPr id="5" name="Footer Placeholder 4"/>
          <p:cNvSpPr>
            <a:spLocks noGrp="1"/>
          </p:cNvSpPr>
          <p:nvPr>
            <p:ph type="ftr" sz="quarter" idx="11"/>
          </p:nvPr>
        </p:nvSpPr>
        <p:spPr/>
        <p:txBody>
          <a:bodyPr/>
          <a:lstStyle/>
          <a:p>
            <a:r>
              <a:rPr lang="en-IN">
                <a:solidFill>
                  <a:prstClr val="black"/>
                </a:solidFill>
              </a:rPr>
              <a:t>Reliance Jio Infocomm Limited</a:t>
            </a:r>
            <a:endParaRPr lang="en-IN"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IN" smtClean="0">
                <a:solidFill>
                  <a:prstClr val="white"/>
                </a:solidFill>
              </a:rPr>
              <a:pPr/>
              <a:t>5</a:t>
            </a:fld>
            <a:endParaRPr lang="en-IN" dirty="0">
              <a:solidFill>
                <a:prstClr val="white"/>
              </a:solidFill>
            </a:endParaRPr>
          </a:p>
        </p:txBody>
      </p:sp>
      <p:grpSp>
        <p:nvGrpSpPr>
          <p:cNvPr id="7" name="Group 6"/>
          <p:cNvGrpSpPr/>
          <p:nvPr/>
        </p:nvGrpSpPr>
        <p:grpSpPr>
          <a:xfrm>
            <a:off x="551011" y="1744886"/>
            <a:ext cx="2364805" cy="1468090"/>
            <a:chOff x="4177269" y="1417320"/>
            <a:chExt cx="3366531" cy="2286000"/>
          </a:xfrm>
        </p:grpSpPr>
        <p:sp>
          <p:nvSpPr>
            <p:cNvPr id="8"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9" name="TextBox 8"/>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sz="1000" dirty="0">
                  <a:solidFill>
                    <a:prstClr val="black"/>
                  </a:solidFill>
                  <a:latin typeface="Tahoma" panose="020B0604030504040204" pitchFamily="34" charset="0"/>
                  <a:ea typeface="Tahoma" panose="020B0604030504040204" pitchFamily="34" charset="0"/>
                  <a:cs typeface="Tahoma" panose="020B0604030504040204" pitchFamily="34" charset="0"/>
                </a:rPr>
                <a:t>It is an application that provides additional intelligence related to charging of services. Monitors usage &amp; facilitates online charging of services for prepaid subscribers. Helps to develop &amp; control services effectively</a:t>
              </a:r>
            </a:p>
          </p:txBody>
        </p:sp>
      </p:grpSp>
      <p:sp>
        <p:nvSpPr>
          <p:cNvPr id="13" name="Pentagon 12"/>
          <p:cNvSpPr/>
          <p:nvPr/>
        </p:nvSpPr>
        <p:spPr bwMode="auto">
          <a:xfrm>
            <a:off x="535236" y="1230539"/>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Intelligent Network</a:t>
            </a:r>
          </a:p>
        </p:txBody>
      </p:sp>
      <p:sp>
        <p:nvSpPr>
          <p:cNvPr id="14" name="Oval 13"/>
          <p:cNvSpPr/>
          <p:nvPr/>
        </p:nvSpPr>
        <p:spPr bwMode="auto">
          <a:xfrm>
            <a:off x="395536" y="105273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A</a:t>
            </a:r>
          </a:p>
        </p:txBody>
      </p:sp>
      <p:grpSp>
        <p:nvGrpSpPr>
          <p:cNvPr id="16" name="Group 15"/>
          <p:cNvGrpSpPr/>
          <p:nvPr/>
        </p:nvGrpSpPr>
        <p:grpSpPr>
          <a:xfrm>
            <a:off x="3431331" y="1744886"/>
            <a:ext cx="2364805" cy="1468090"/>
            <a:chOff x="4177269" y="1417320"/>
            <a:chExt cx="3366531" cy="2286000"/>
          </a:xfrm>
        </p:grpSpPr>
        <p:sp>
          <p:nvSpPr>
            <p:cNvPr id="17"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18" name="TextBox 17"/>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alt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Amount being loaded into the SIM card,  it allows the use of services. There are multiple sources for recharging like paper coupons, online, ATM, kiosk etc.</a:t>
              </a:r>
            </a:p>
          </p:txBody>
        </p:sp>
      </p:grpSp>
      <p:sp>
        <p:nvSpPr>
          <p:cNvPr id="19" name="Pentagon 18"/>
          <p:cNvSpPr/>
          <p:nvPr/>
        </p:nvSpPr>
        <p:spPr bwMode="auto">
          <a:xfrm>
            <a:off x="3415556" y="1230539"/>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Vouchers</a:t>
            </a:r>
          </a:p>
        </p:txBody>
      </p:sp>
      <p:sp>
        <p:nvSpPr>
          <p:cNvPr id="20" name="Oval 19"/>
          <p:cNvSpPr/>
          <p:nvPr/>
        </p:nvSpPr>
        <p:spPr bwMode="auto">
          <a:xfrm>
            <a:off x="3275856" y="105273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B</a:t>
            </a:r>
          </a:p>
        </p:txBody>
      </p:sp>
      <p:grpSp>
        <p:nvGrpSpPr>
          <p:cNvPr id="22" name="Group 21"/>
          <p:cNvGrpSpPr/>
          <p:nvPr/>
        </p:nvGrpSpPr>
        <p:grpSpPr>
          <a:xfrm>
            <a:off x="6311651" y="1744886"/>
            <a:ext cx="2364805" cy="1468090"/>
            <a:chOff x="4177269" y="1417320"/>
            <a:chExt cx="3366531" cy="2286000"/>
          </a:xfrm>
        </p:grpSpPr>
        <p:sp>
          <p:nvSpPr>
            <p:cNvPr id="23"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24" name="TextBox 23"/>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alt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Prepaid SIMs are being pre activated at HLR with all the services provisioned with a barring component which gets removed at the time of activation </a:t>
              </a:r>
            </a:p>
          </p:txBody>
        </p:sp>
      </p:grpSp>
      <p:sp>
        <p:nvSpPr>
          <p:cNvPr id="25" name="Pentagon 24"/>
          <p:cNvSpPr/>
          <p:nvPr/>
        </p:nvSpPr>
        <p:spPr bwMode="auto">
          <a:xfrm>
            <a:off x="6295876" y="1230539"/>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Activation Process</a:t>
            </a:r>
          </a:p>
        </p:txBody>
      </p:sp>
      <p:sp>
        <p:nvSpPr>
          <p:cNvPr id="26" name="Oval 25"/>
          <p:cNvSpPr/>
          <p:nvPr/>
        </p:nvSpPr>
        <p:spPr bwMode="auto">
          <a:xfrm>
            <a:off x="6156176" y="105273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C</a:t>
            </a:r>
          </a:p>
        </p:txBody>
      </p:sp>
      <p:grpSp>
        <p:nvGrpSpPr>
          <p:cNvPr id="29" name="Group 28"/>
          <p:cNvGrpSpPr/>
          <p:nvPr/>
        </p:nvGrpSpPr>
        <p:grpSpPr>
          <a:xfrm>
            <a:off x="3503339" y="4409182"/>
            <a:ext cx="2364805" cy="1468090"/>
            <a:chOff x="4177269" y="1417320"/>
            <a:chExt cx="3366531" cy="2286000"/>
          </a:xfrm>
        </p:grpSpPr>
        <p:sp>
          <p:nvSpPr>
            <p:cNvPr id="30"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31" name="TextBox 30"/>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sz="1000" dirty="0">
                  <a:solidFill>
                    <a:prstClr val="black"/>
                  </a:solidFill>
                  <a:latin typeface="Tahoma" panose="020B0604030504040204" pitchFamily="34" charset="0"/>
                  <a:ea typeface="Tahoma" panose="020B0604030504040204" pitchFamily="34" charset="0"/>
                  <a:cs typeface="Tahoma" panose="020B0604030504040204" pitchFamily="34" charset="0"/>
                </a:rPr>
                <a:t>Number of days for which a subscriber is allowed to avail the prepaid services, subject to condition that there is sufficient credit available to avail  the service</a:t>
              </a:r>
            </a:p>
          </p:txBody>
        </p:sp>
      </p:grpSp>
      <p:sp>
        <p:nvSpPr>
          <p:cNvPr id="32" name="Pentagon 31"/>
          <p:cNvSpPr/>
          <p:nvPr/>
        </p:nvSpPr>
        <p:spPr bwMode="auto">
          <a:xfrm>
            <a:off x="3487564" y="3894835"/>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Validity Period</a:t>
            </a:r>
          </a:p>
        </p:txBody>
      </p:sp>
      <p:sp>
        <p:nvSpPr>
          <p:cNvPr id="33" name="Oval 32"/>
          <p:cNvSpPr/>
          <p:nvPr/>
        </p:nvSpPr>
        <p:spPr bwMode="auto">
          <a:xfrm>
            <a:off x="3347864" y="371703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E</a:t>
            </a:r>
          </a:p>
        </p:txBody>
      </p:sp>
      <p:grpSp>
        <p:nvGrpSpPr>
          <p:cNvPr id="36" name="Group 35"/>
          <p:cNvGrpSpPr/>
          <p:nvPr/>
        </p:nvGrpSpPr>
        <p:grpSpPr>
          <a:xfrm>
            <a:off x="6351992" y="4409182"/>
            <a:ext cx="2364805" cy="1468090"/>
            <a:chOff x="4177269" y="1417320"/>
            <a:chExt cx="3366531" cy="2286000"/>
          </a:xfrm>
        </p:grpSpPr>
        <p:sp>
          <p:nvSpPr>
            <p:cNvPr id="37"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38" name="TextBox 37"/>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alt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Prepaid Subscribers follow a defined life cycle: HLR Loading-&gt;Active-&gt; Grace -&gt; Inactive -&gt; De-activate -&gt; Recycle</a:t>
              </a:r>
            </a:p>
          </p:txBody>
        </p:sp>
      </p:grpSp>
      <p:sp>
        <p:nvSpPr>
          <p:cNvPr id="39" name="Pentagon 38"/>
          <p:cNvSpPr/>
          <p:nvPr/>
        </p:nvSpPr>
        <p:spPr bwMode="auto">
          <a:xfrm>
            <a:off x="6336217" y="3894835"/>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Life Cycle</a:t>
            </a:r>
            <a:endParaRPr lang="en-US" sz="700" b="1" kern="0"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40" name="Oval 39"/>
          <p:cNvSpPr/>
          <p:nvPr/>
        </p:nvSpPr>
        <p:spPr bwMode="auto">
          <a:xfrm>
            <a:off x="6196517" y="371703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F</a:t>
            </a:r>
          </a:p>
        </p:txBody>
      </p:sp>
      <p:grpSp>
        <p:nvGrpSpPr>
          <p:cNvPr id="48" name="Group 47"/>
          <p:cNvGrpSpPr/>
          <p:nvPr/>
        </p:nvGrpSpPr>
        <p:grpSpPr>
          <a:xfrm>
            <a:off x="623019" y="4409182"/>
            <a:ext cx="2364805" cy="1468090"/>
            <a:chOff x="4177269" y="1417320"/>
            <a:chExt cx="3366531" cy="2286000"/>
          </a:xfrm>
        </p:grpSpPr>
        <p:sp>
          <p:nvSpPr>
            <p:cNvPr id="49"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50" name="TextBox 49"/>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sz="1000" dirty="0">
                  <a:solidFill>
                    <a:prstClr val="black"/>
                  </a:solidFill>
                  <a:latin typeface="Tahoma" panose="020B0604030504040204" pitchFamily="34" charset="0"/>
                  <a:ea typeface="Tahoma" panose="020B0604030504040204" pitchFamily="34" charset="0"/>
                  <a:cs typeface="Tahoma" panose="020B0604030504040204" pitchFamily="34" charset="0"/>
                </a:rPr>
                <a:t>Equivalent amount of money that can be utilized by prepaid subscribers for availing the mobile services on offer</a:t>
              </a:r>
            </a:p>
          </p:txBody>
        </p:sp>
      </p:grpSp>
      <p:sp>
        <p:nvSpPr>
          <p:cNvPr id="51" name="Pentagon 50"/>
          <p:cNvSpPr/>
          <p:nvPr/>
        </p:nvSpPr>
        <p:spPr bwMode="auto">
          <a:xfrm>
            <a:off x="607244" y="3894835"/>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Talk Time</a:t>
            </a:r>
          </a:p>
        </p:txBody>
      </p:sp>
      <p:sp>
        <p:nvSpPr>
          <p:cNvPr id="52" name="Oval 51"/>
          <p:cNvSpPr/>
          <p:nvPr/>
        </p:nvSpPr>
        <p:spPr bwMode="auto">
          <a:xfrm>
            <a:off x="467544" y="371703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D</a:t>
            </a:r>
          </a:p>
        </p:txBody>
      </p:sp>
    </p:spTree>
    <p:extLst>
      <p:ext uri="{BB962C8B-B14F-4D97-AF65-F5344CB8AC3E}">
        <p14:creationId xmlns:p14="http://schemas.microsoft.com/office/powerpoint/2010/main" val="3350377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6324" y="281534"/>
            <a:ext cx="6960008" cy="411162"/>
          </a:xfrm>
        </p:spPr>
        <p:txBody>
          <a:bodyPr/>
          <a:lstStyle/>
          <a:p>
            <a:r>
              <a:rPr lang="en-US" sz="2800" b="1" dirty="0"/>
              <a:t>Terminologies- Prepaid (2/2)</a:t>
            </a:r>
            <a:endParaRPr lang="en-IN" sz="2800" b="1" dirty="0"/>
          </a:p>
        </p:txBody>
      </p:sp>
      <p:sp>
        <p:nvSpPr>
          <p:cNvPr id="4" name="Date Placeholder 3"/>
          <p:cNvSpPr>
            <a:spLocks noGrp="1"/>
          </p:cNvSpPr>
          <p:nvPr>
            <p:ph type="dt" sz="half" idx="10"/>
          </p:nvPr>
        </p:nvSpPr>
        <p:spPr/>
        <p:txBody>
          <a:bodyPr/>
          <a:lstStyle/>
          <a:p>
            <a:r>
              <a:rPr lang="en-IN">
                <a:solidFill>
                  <a:prstClr val="white"/>
                </a:solidFill>
              </a:rPr>
              <a:t>Confidential</a:t>
            </a:r>
            <a:endParaRPr lang="en-IN" dirty="0">
              <a:solidFill>
                <a:prstClr val="white"/>
              </a:solidFill>
            </a:endParaRPr>
          </a:p>
        </p:txBody>
      </p:sp>
      <p:sp>
        <p:nvSpPr>
          <p:cNvPr id="5" name="Footer Placeholder 4"/>
          <p:cNvSpPr>
            <a:spLocks noGrp="1"/>
          </p:cNvSpPr>
          <p:nvPr>
            <p:ph type="ftr" sz="quarter" idx="11"/>
          </p:nvPr>
        </p:nvSpPr>
        <p:spPr/>
        <p:txBody>
          <a:bodyPr/>
          <a:lstStyle/>
          <a:p>
            <a:r>
              <a:rPr lang="en-IN">
                <a:solidFill>
                  <a:prstClr val="black"/>
                </a:solidFill>
              </a:rPr>
              <a:t>Reliance Jio Infocomm Limited</a:t>
            </a:r>
            <a:endParaRPr lang="en-IN" dirty="0">
              <a:solidFill>
                <a:prstClr val="black"/>
              </a:solidFill>
            </a:endParaRPr>
          </a:p>
        </p:txBody>
      </p:sp>
      <p:sp>
        <p:nvSpPr>
          <p:cNvPr id="6" name="Slide Number Placeholder 5"/>
          <p:cNvSpPr>
            <a:spLocks noGrp="1"/>
          </p:cNvSpPr>
          <p:nvPr>
            <p:ph type="sldNum" sz="quarter" idx="12"/>
          </p:nvPr>
        </p:nvSpPr>
        <p:spPr/>
        <p:txBody>
          <a:bodyPr/>
          <a:lstStyle/>
          <a:p>
            <a:fld id="{B6F15528-21DE-4FAA-801E-634DDDAF4B2B}" type="slidenum">
              <a:rPr lang="en-IN" smtClean="0">
                <a:solidFill>
                  <a:prstClr val="white"/>
                </a:solidFill>
              </a:rPr>
              <a:pPr/>
              <a:t>6</a:t>
            </a:fld>
            <a:endParaRPr lang="en-IN" dirty="0">
              <a:solidFill>
                <a:prstClr val="white"/>
              </a:solidFill>
            </a:endParaRPr>
          </a:p>
        </p:txBody>
      </p:sp>
      <p:grpSp>
        <p:nvGrpSpPr>
          <p:cNvPr id="7" name="Group 6"/>
          <p:cNvGrpSpPr/>
          <p:nvPr/>
        </p:nvGrpSpPr>
        <p:grpSpPr>
          <a:xfrm>
            <a:off x="551011" y="1744886"/>
            <a:ext cx="2364805" cy="1468090"/>
            <a:chOff x="4177269" y="1417320"/>
            <a:chExt cx="3366531" cy="2286000"/>
          </a:xfrm>
        </p:grpSpPr>
        <p:sp>
          <p:nvSpPr>
            <p:cNvPr id="8"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9" name="TextBox 8"/>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sz="1000" dirty="0">
                  <a:solidFill>
                    <a:prstClr val="black"/>
                  </a:solidFill>
                  <a:latin typeface="Tahoma" panose="020B0604030504040204" pitchFamily="34" charset="0"/>
                  <a:ea typeface="Tahoma" panose="020B0604030504040204" pitchFamily="34" charset="0"/>
                  <a:cs typeface="Tahoma" panose="020B0604030504040204" pitchFamily="34" charset="0"/>
                </a:rPr>
                <a:t>Prepaid subscribers balance is decremented in accordance with the usage of service and revenue is generated</a:t>
              </a:r>
            </a:p>
          </p:txBody>
        </p:sp>
      </p:grpSp>
      <p:sp>
        <p:nvSpPr>
          <p:cNvPr id="13" name="Pentagon 12"/>
          <p:cNvSpPr/>
          <p:nvPr/>
        </p:nvSpPr>
        <p:spPr bwMode="auto">
          <a:xfrm>
            <a:off x="535236" y="1230539"/>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Usage </a:t>
            </a:r>
          </a:p>
        </p:txBody>
      </p:sp>
      <p:sp>
        <p:nvSpPr>
          <p:cNvPr id="14" name="Oval 13"/>
          <p:cNvSpPr/>
          <p:nvPr/>
        </p:nvSpPr>
        <p:spPr bwMode="auto">
          <a:xfrm>
            <a:off x="395536" y="105273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G</a:t>
            </a:r>
          </a:p>
        </p:txBody>
      </p:sp>
      <p:grpSp>
        <p:nvGrpSpPr>
          <p:cNvPr id="16" name="Group 15"/>
          <p:cNvGrpSpPr/>
          <p:nvPr/>
        </p:nvGrpSpPr>
        <p:grpSpPr>
          <a:xfrm>
            <a:off x="3431331" y="1744886"/>
            <a:ext cx="2364805" cy="1468090"/>
            <a:chOff x="4177269" y="1417320"/>
            <a:chExt cx="3366531" cy="2286000"/>
          </a:xfrm>
        </p:grpSpPr>
        <p:sp>
          <p:nvSpPr>
            <p:cNvPr id="17"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18" name="TextBox 17"/>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alt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Recharge sale is a form of advance to the operator. When subscriber utilized the balance earned on recharge, revenue is recognized against it</a:t>
              </a:r>
            </a:p>
          </p:txBody>
        </p:sp>
      </p:grpSp>
      <p:sp>
        <p:nvSpPr>
          <p:cNvPr id="19" name="Pentagon 18"/>
          <p:cNvSpPr/>
          <p:nvPr/>
        </p:nvSpPr>
        <p:spPr bwMode="auto">
          <a:xfrm>
            <a:off x="3415556" y="1230539"/>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Recharges</a:t>
            </a:r>
          </a:p>
        </p:txBody>
      </p:sp>
      <p:sp>
        <p:nvSpPr>
          <p:cNvPr id="20" name="Oval 19"/>
          <p:cNvSpPr/>
          <p:nvPr/>
        </p:nvSpPr>
        <p:spPr bwMode="auto">
          <a:xfrm>
            <a:off x="3275856" y="105273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H</a:t>
            </a:r>
          </a:p>
        </p:txBody>
      </p:sp>
      <p:grpSp>
        <p:nvGrpSpPr>
          <p:cNvPr id="22" name="Group 21"/>
          <p:cNvGrpSpPr/>
          <p:nvPr/>
        </p:nvGrpSpPr>
        <p:grpSpPr>
          <a:xfrm>
            <a:off x="6311651" y="1744886"/>
            <a:ext cx="2364805" cy="1468090"/>
            <a:chOff x="4177269" y="1417320"/>
            <a:chExt cx="3366531" cy="2286000"/>
          </a:xfrm>
        </p:grpSpPr>
        <p:sp>
          <p:nvSpPr>
            <p:cNvPr id="23"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24" name="TextBox 23"/>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US" alt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Balance which is taken out of subscribers account post expiry of grace period &amp; booked as revenue</a:t>
              </a:r>
              <a:endParaRPr lang="en-IN" altLang="en-US" sz="1000"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sp>
        <p:nvSpPr>
          <p:cNvPr id="25" name="Pentagon 24"/>
          <p:cNvSpPr/>
          <p:nvPr/>
        </p:nvSpPr>
        <p:spPr bwMode="auto">
          <a:xfrm>
            <a:off x="6295876" y="1230539"/>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Forfeiture</a:t>
            </a:r>
          </a:p>
        </p:txBody>
      </p:sp>
      <p:sp>
        <p:nvSpPr>
          <p:cNvPr id="26" name="Oval 25"/>
          <p:cNvSpPr/>
          <p:nvPr/>
        </p:nvSpPr>
        <p:spPr bwMode="auto">
          <a:xfrm>
            <a:off x="6156176" y="1052736"/>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I</a:t>
            </a:r>
          </a:p>
        </p:txBody>
      </p:sp>
      <p:grpSp>
        <p:nvGrpSpPr>
          <p:cNvPr id="29" name="Group 28"/>
          <p:cNvGrpSpPr/>
          <p:nvPr/>
        </p:nvGrpSpPr>
        <p:grpSpPr>
          <a:xfrm>
            <a:off x="3503339" y="4409182"/>
            <a:ext cx="2364805" cy="1468090"/>
            <a:chOff x="4177269" y="1417320"/>
            <a:chExt cx="3366531" cy="2286000"/>
          </a:xfrm>
        </p:grpSpPr>
        <p:sp>
          <p:nvSpPr>
            <p:cNvPr id="30"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31" name="TextBox 30"/>
            <p:cNvSpPr txBox="1"/>
            <p:nvPr/>
          </p:nvSpPr>
          <p:spPr>
            <a:xfrm>
              <a:off x="4587312" y="1797187"/>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Accounts in IN through which customer charging will happen for specific call types. </a:t>
              </a:r>
              <a:endParaRPr lang="en-IN" sz="1000"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grpSp>
      <p:sp>
        <p:nvSpPr>
          <p:cNvPr id="32" name="Pentagon 31"/>
          <p:cNvSpPr/>
          <p:nvPr/>
        </p:nvSpPr>
        <p:spPr bwMode="auto">
          <a:xfrm>
            <a:off x="3487564" y="3894835"/>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Dedicated Account</a:t>
            </a:r>
          </a:p>
        </p:txBody>
      </p:sp>
      <p:sp>
        <p:nvSpPr>
          <p:cNvPr id="33" name="Oval 32"/>
          <p:cNvSpPr/>
          <p:nvPr/>
        </p:nvSpPr>
        <p:spPr bwMode="auto">
          <a:xfrm>
            <a:off x="3347864" y="371703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K</a:t>
            </a:r>
          </a:p>
        </p:txBody>
      </p:sp>
      <p:grpSp>
        <p:nvGrpSpPr>
          <p:cNvPr id="36" name="Group 35"/>
          <p:cNvGrpSpPr/>
          <p:nvPr/>
        </p:nvGrpSpPr>
        <p:grpSpPr>
          <a:xfrm>
            <a:off x="6351992" y="4409182"/>
            <a:ext cx="2364805" cy="1468090"/>
            <a:chOff x="4177269" y="1417320"/>
            <a:chExt cx="3366531" cy="2286000"/>
          </a:xfrm>
        </p:grpSpPr>
        <p:sp>
          <p:nvSpPr>
            <p:cNvPr id="37"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38" name="TextBox 37"/>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altLang="en-US" sz="1000" dirty="0">
                  <a:solidFill>
                    <a:prstClr val="black"/>
                  </a:solidFill>
                  <a:latin typeface="Tahoma" panose="020B0604030504040204" pitchFamily="34" charset="0"/>
                  <a:ea typeface="Tahoma" panose="020B0604030504040204" pitchFamily="34" charset="0"/>
                  <a:cs typeface="Tahoma" panose="020B0604030504040204" pitchFamily="34" charset="0"/>
                </a:rPr>
                <a:t>Deletion of subscriber from all IT &amp; network systems. Also known as Churn</a:t>
              </a:r>
            </a:p>
          </p:txBody>
        </p:sp>
      </p:grpSp>
      <p:sp>
        <p:nvSpPr>
          <p:cNvPr id="39" name="Pentagon 38"/>
          <p:cNvSpPr/>
          <p:nvPr/>
        </p:nvSpPr>
        <p:spPr bwMode="auto">
          <a:xfrm>
            <a:off x="6336216" y="3894835"/>
            <a:ext cx="1404135"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Permanent Disconnection</a:t>
            </a:r>
            <a:endParaRPr lang="en-US" sz="700" b="1" kern="0" dirty="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40" name="Oval 39"/>
          <p:cNvSpPr/>
          <p:nvPr/>
        </p:nvSpPr>
        <p:spPr bwMode="auto">
          <a:xfrm>
            <a:off x="6196517" y="371703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L</a:t>
            </a:r>
          </a:p>
        </p:txBody>
      </p:sp>
      <p:grpSp>
        <p:nvGrpSpPr>
          <p:cNvPr id="48" name="Group 47"/>
          <p:cNvGrpSpPr/>
          <p:nvPr/>
        </p:nvGrpSpPr>
        <p:grpSpPr>
          <a:xfrm>
            <a:off x="623019" y="4409182"/>
            <a:ext cx="2364805" cy="1468090"/>
            <a:chOff x="4177269" y="1417320"/>
            <a:chExt cx="3366531" cy="2286000"/>
          </a:xfrm>
        </p:grpSpPr>
        <p:sp>
          <p:nvSpPr>
            <p:cNvPr id="49" name="Rounded Rectangle 19"/>
            <p:cNvSpPr/>
            <p:nvPr/>
          </p:nvSpPr>
          <p:spPr>
            <a:xfrm>
              <a:off x="4177269" y="1417320"/>
              <a:ext cx="3366531" cy="2286000"/>
            </a:xfrm>
            <a:custGeom>
              <a:avLst/>
              <a:gdLst>
                <a:gd name="connsiteX0" fmla="*/ 0 w 1691640"/>
                <a:gd name="connsiteY0" fmla="*/ 175264 h 1051560"/>
                <a:gd name="connsiteX1" fmla="*/ 17526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175264 h 1051560"/>
                <a:gd name="connsiteX0" fmla="*/ 0 w 1706880"/>
                <a:gd name="connsiteY0" fmla="*/ 373384 h 1051560"/>
                <a:gd name="connsiteX1" fmla="*/ 19050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2766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37338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373384 h 1051560"/>
                <a:gd name="connsiteX0" fmla="*/ 0 w 1706880"/>
                <a:gd name="connsiteY0" fmla="*/ 419104 h 1051560"/>
                <a:gd name="connsiteX1" fmla="*/ 38862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706880"/>
                <a:gd name="connsiteY0" fmla="*/ 419104 h 1051560"/>
                <a:gd name="connsiteX1" fmla="*/ 281944 w 1706880"/>
                <a:gd name="connsiteY1" fmla="*/ 0 h 1051560"/>
                <a:gd name="connsiteX2" fmla="*/ 1531616 w 1706880"/>
                <a:gd name="connsiteY2" fmla="*/ 0 h 1051560"/>
                <a:gd name="connsiteX3" fmla="*/ 1706880 w 1706880"/>
                <a:gd name="connsiteY3" fmla="*/ 175264 h 1051560"/>
                <a:gd name="connsiteX4" fmla="*/ 1706880 w 1706880"/>
                <a:gd name="connsiteY4" fmla="*/ 876296 h 1051560"/>
                <a:gd name="connsiteX5" fmla="*/ 1531616 w 1706880"/>
                <a:gd name="connsiteY5" fmla="*/ 1051560 h 1051560"/>
                <a:gd name="connsiteX6" fmla="*/ 190504 w 1706880"/>
                <a:gd name="connsiteY6" fmla="*/ 1051560 h 1051560"/>
                <a:gd name="connsiteX7" fmla="*/ 15240 w 1706880"/>
                <a:gd name="connsiteY7" fmla="*/ 876296 h 1051560"/>
                <a:gd name="connsiteX8" fmla="*/ 0 w 1706880"/>
                <a:gd name="connsiteY8" fmla="*/ 419104 h 1051560"/>
                <a:gd name="connsiteX0" fmla="*/ 0 w 1691640"/>
                <a:gd name="connsiteY0" fmla="*/ 434344 h 1051560"/>
                <a:gd name="connsiteX1" fmla="*/ 26670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434344 h 1051560"/>
                <a:gd name="connsiteX0" fmla="*/ 0 w 1691640"/>
                <a:gd name="connsiteY0" fmla="*/ 449584 h 1066800"/>
                <a:gd name="connsiteX1" fmla="*/ 25146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44958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449584 h 1066800"/>
                <a:gd name="connsiteX0" fmla="*/ 0 w 1691640"/>
                <a:gd name="connsiteY0" fmla="*/ 358144 h 1066800"/>
                <a:gd name="connsiteX1" fmla="*/ 342904 w 1691640"/>
                <a:gd name="connsiteY1" fmla="*/ 0 h 1066800"/>
                <a:gd name="connsiteX2" fmla="*/ 1516376 w 1691640"/>
                <a:gd name="connsiteY2" fmla="*/ 15240 h 1066800"/>
                <a:gd name="connsiteX3" fmla="*/ 1691640 w 1691640"/>
                <a:gd name="connsiteY3" fmla="*/ 190504 h 1066800"/>
                <a:gd name="connsiteX4" fmla="*/ 1691640 w 1691640"/>
                <a:gd name="connsiteY4" fmla="*/ 891536 h 1066800"/>
                <a:gd name="connsiteX5" fmla="*/ 1516376 w 1691640"/>
                <a:gd name="connsiteY5" fmla="*/ 1066800 h 1066800"/>
                <a:gd name="connsiteX6" fmla="*/ 175264 w 1691640"/>
                <a:gd name="connsiteY6" fmla="*/ 1066800 h 1066800"/>
                <a:gd name="connsiteX7" fmla="*/ 0 w 1691640"/>
                <a:gd name="connsiteY7" fmla="*/ 891536 h 1066800"/>
                <a:gd name="connsiteX8" fmla="*/ 0 w 1691640"/>
                <a:gd name="connsiteY8" fmla="*/ 358144 h 1066800"/>
                <a:gd name="connsiteX0" fmla="*/ 0 w 1691640"/>
                <a:gd name="connsiteY0" fmla="*/ 342904 h 1051560"/>
                <a:gd name="connsiteX1" fmla="*/ 373384 w 1691640"/>
                <a:gd name="connsiteY1" fmla="*/ 0 h 1051560"/>
                <a:gd name="connsiteX2" fmla="*/ 1516376 w 1691640"/>
                <a:gd name="connsiteY2" fmla="*/ 0 h 1051560"/>
                <a:gd name="connsiteX3" fmla="*/ 1691640 w 1691640"/>
                <a:gd name="connsiteY3" fmla="*/ 175264 h 1051560"/>
                <a:gd name="connsiteX4" fmla="*/ 1691640 w 1691640"/>
                <a:gd name="connsiteY4" fmla="*/ 876296 h 1051560"/>
                <a:gd name="connsiteX5" fmla="*/ 1516376 w 1691640"/>
                <a:gd name="connsiteY5" fmla="*/ 1051560 h 1051560"/>
                <a:gd name="connsiteX6" fmla="*/ 175264 w 1691640"/>
                <a:gd name="connsiteY6" fmla="*/ 1051560 h 1051560"/>
                <a:gd name="connsiteX7" fmla="*/ 0 w 1691640"/>
                <a:gd name="connsiteY7" fmla="*/ 876296 h 1051560"/>
                <a:gd name="connsiteX8" fmla="*/ 0 w 1691640"/>
                <a:gd name="connsiteY8" fmla="*/ 342904 h 105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1640" h="1051560">
                  <a:moveTo>
                    <a:pt x="0" y="342904"/>
                  </a:moveTo>
                  <a:cubicBezTo>
                    <a:pt x="0" y="246108"/>
                    <a:pt x="276588" y="0"/>
                    <a:pt x="373384" y="0"/>
                  </a:cubicBezTo>
                  <a:lnTo>
                    <a:pt x="1516376" y="0"/>
                  </a:lnTo>
                  <a:cubicBezTo>
                    <a:pt x="1613172" y="0"/>
                    <a:pt x="1691640" y="78468"/>
                    <a:pt x="1691640" y="175264"/>
                  </a:cubicBezTo>
                  <a:lnTo>
                    <a:pt x="1691640" y="876296"/>
                  </a:lnTo>
                  <a:cubicBezTo>
                    <a:pt x="1691640" y="973092"/>
                    <a:pt x="1613172" y="1051560"/>
                    <a:pt x="1516376" y="1051560"/>
                  </a:cubicBezTo>
                  <a:lnTo>
                    <a:pt x="175264" y="1051560"/>
                  </a:lnTo>
                  <a:cubicBezTo>
                    <a:pt x="78468" y="1051560"/>
                    <a:pt x="0" y="973092"/>
                    <a:pt x="0" y="876296"/>
                  </a:cubicBezTo>
                  <a:lnTo>
                    <a:pt x="0" y="342904"/>
                  </a:lnTo>
                  <a:close/>
                </a:path>
              </a:pathLst>
            </a:custGeom>
            <a:pattFill prst="pct90">
              <a:fgClr>
                <a:schemeClr val="accent2"/>
              </a:fgClr>
              <a:bgClr>
                <a:schemeClr val="bg1">
                  <a:lumMod val="40000"/>
                  <a:lumOff val="60000"/>
                </a:schemeClr>
              </a:bgClr>
            </a:pattFill>
            <a:ln w="9525">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274320" rtlCol="0" anchor="ctr" anchorCtr="0"/>
            <a:lstStyle/>
            <a:p>
              <a:endParaRPr lang="en-IN" sz="2800" b="1" dirty="0">
                <a:solidFill>
                  <a:prstClr val="black"/>
                </a:solidFill>
                <a:latin typeface="EYInterstate" panose="02000503020000020004" pitchFamily="2" charset="0"/>
              </a:endParaRPr>
            </a:p>
          </p:txBody>
        </p:sp>
        <p:sp>
          <p:nvSpPr>
            <p:cNvPr id="50" name="TextBox 49"/>
            <p:cNvSpPr txBox="1"/>
            <p:nvPr/>
          </p:nvSpPr>
          <p:spPr>
            <a:xfrm>
              <a:off x="4587312" y="1844038"/>
              <a:ext cx="2767781" cy="1665852"/>
            </a:xfrm>
            <a:prstGeom prst="roundRect">
              <a:avLst/>
            </a:prstGeom>
            <a:solidFill>
              <a:srgbClr val="FFE600"/>
            </a:solidFill>
            <a:ln>
              <a:solidFill>
                <a:srgbClr val="FFE600"/>
              </a:solidFill>
            </a:ln>
            <a:effectLst>
              <a:outerShdw blurRad="50800" dist="38100" dir="2700000" algn="tl" rotWithShape="0">
                <a:prstClr val="black">
                  <a:alpha val="40000"/>
                </a:prstClr>
              </a:outerShdw>
            </a:effectLst>
          </p:spPr>
          <p:txBody>
            <a:bodyPr wrap="square" lIns="0" tIns="36576" rIns="0" bIns="0" rtlCol="0" anchor="ctr">
              <a:noAutofit/>
            </a:bodyPr>
            <a:lstStyle/>
            <a:p>
              <a:pPr>
                <a:lnSpc>
                  <a:spcPct val="85000"/>
                </a:lnSpc>
                <a:spcAft>
                  <a:spcPts val="600"/>
                </a:spcAft>
                <a:buClr>
                  <a:srgbClr val="009DD9"/>
                </a:buClr>
                <a:buSzPct val="70000"/>
              </a:pPr>
              <a:r>
                <a:rPr lang="en-IN" sz="1000" dirty="0">
                  <a:solidFill>
                    <a:prstClr val="black"/>
                  </a:solidFill>
                  <a:latin typeface="Tahoma" panose="020B0604030504040204" pitchFamily="34" charset="0"/>
                  <a:ea typeface="Tahoma" panose="020B0604030504040204" pitchFamily="34" charset="0"/>
                  <a:cs typeface="Tahoma" panose="020B0604030504040204" pitchFamily="34" charset="0"/>
                </a:rPr>
                <a:t>It is a wallet in customers IN account where charging happens for all kind of transactions &amp; decrement is booked as revenue</a:t>
              </a:r>
            </a:p>
          </p:txBody>
        </p:sp>
      </p:grpSp>
      <p:sp>
        <p:nvSpPr>
          <p:cNvPr id="51" name="Pentagon 50"/>
          <p:cNvSpPr/>
          <p:nvPr/>
        </p:nvSpPr>
        <p:spPr bwMode="auto">
          <a:xfrm>
            <a:off x="607244" y="3894835"/>
            <a:ext cx="1216928" cy="457200"/>
          </a:xfrm>
          <a:prstGeom prst="homePlate">
            <a:avLst/>
          </a:prstGeom>
          <a:solidFill>
            <a:srgbClr val="FFE600"/>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93663" defTabSz="180931" fontAlgn="base">
              <a:spcBef>
                <a:spcPct val="0"/>
              </a:spcBef>
              <a:spcAft>
                <a:spcPct val="0"/>
              </a:spcAft>
              <a:buClr>
                <a:srgbClr val="FFE600"/>
              </a:buClr>
              <a:defRPr/>
            </a:pPr>
            <a:r>
              <a:rPr lang="en-US" sz="1200" b="1" kern="0" dirty="0">
                <a:solidFill>
                  <a:prstClr val="black"/>
                </a:solidFill>
                <a:latin typeface="Tahoma" panose="020B0604030504040204" pitchFamily="34" charset="0"/>
                <a:ea typeface="Tahoma" panose="020B0604030504040204" pitchFamily="34" charset="0"/>
                <a:cs typeface="Tahoma" panose="020B0604030504040204" pitchFamily="34" charset="0"/>
              </a:rPr>
              <a:t>Main Account</a:t>
            </a:r>
          </a:p>
        </p:txBody>
      </p:sp>
      <p:sp>
        <p:nvSpPr>
          <p:cNvPr id="52" name="Oval 51"/>
          <p:cNvSpPr/>
          <p:nvPr/>
        </p:nvSpPr>
        <p:spPr bwMode="auto">
          <a:xfrm>
            <a:off x="467544" y="3717032"/>
            <a:ext cx="228600" cy="228600"/>
          </a:xfrm>
          <a:prstGeom prst="ellipse">
            <a:avLst/>
          </a:prstGeom>
          <a:solidFill>
            <a:srgbClr val="FF0000"/>
          </a:solidFill>
          <a:ln w="28575" cap="flat" cmpd="sng" algn="ctr">
            <a:solidFill>
              <a:srgbClr val="FF0000"/>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algn="ctr" defTabSz="180931" fontAlgn="base">
              <a:spcBef>
                <a:spcPct val="0"/>
              </a:spcBef>
              <a:spcAft>
                <a:spcPct val="0"/>
              </a:spcAft>
              <a:buClr>
                <a:srgbClr val="FFE600"/>
              </a:buClr>
              <a:defRPr/>
            </a:pPr>
            <a:r>
              <a:rPr lang="en-US" sz="900" b="1" kern="0" dirty="0">
                <a:solidFill>
                  <a:prstClr val="white"/>
                </a:solidFill>
                <a:latin typeface="Tahoma" panose="020B0604030504040204" pitchFamily="34" charset="0"/>
                <a:ea typeface="Tahoma" panose="020B0604030504040204" pitchFamily="34" charset="0"/>
                <a:cs typeface="Tahoma" panose="020B0604030504040204" pitchFamily="34" charset="0"/>
              </a:rPr>
              <a:t>J</a:t>
            </a:r>
          </a:p>
        </p:txBody>
      </p:sp>
    </p:spTree>
    <p:extLst>
      <p:ext uri="{BB962C8B-B14F-4D97-AF65-F5344CB8AC3E}">
        <p14:creationId xmlns:p14="http://schemas.microsoft.com/office/powerpoint/2010/main" val="3160447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93232" y="4437112"/>
            <a:ext cx="4771256" cy="905931"/>
          </a:xfrm>
        </p:spPr>
        <p:txBody>
          <a:bodyPr anchor="t">
            <a:normAutofit fontScale="90000"/>
          </a:bodyPr>
          <a:lstStyle/>
          <a:p>
            <a:pPr algn="l"/>
            <a:r>
              <a:rPr lang="en-US" b="1" dirty="0"/>
              <a:t>Prepaid Revenue Cycle </a:t>
            </a:r>
            <a:endParaRPr lang="en-IN" b="1" dirty="0"/>
          </a:p>
        </p:txBody>
      </p:sp>
      <p:sp>
        <p:nvSpPr>
          <p:cNvPr id="6" name="TextBox 5"/>
          <p:cNvSpPr txBox="1"/>
          <p:nvPr/>
        </p:nvSpPr>
        <p:spPr>
          <a:xfrm>
            <a:off x="3381350" y="4090284"/>
            <a:ext cx="654025" cy="1083365"/>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8000" b="1" dirty="0">
                <a:latin typeface="Tahoma" panose="020B0604030504040204" pitchFamily="34" charset="0"/>
                <a:ea typeface="Tahoma" panose="020B0604030504040204" pitchFamily="34" charset="0"/>
                <a:cs typeface="Tahoma" panose="020B0604030504040204" pitchFamily="34" charset="0"/>
              </a:rPr>
              <a:t>2</a:t>
            </a:r>
            <a:endParaRPr lang="en-IN" sz="6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70606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b="1" dirty="0"/>
              <a:t>Prepaid Revenue Cycle: Recharges</a:t>
            </a:r>
          </a:p>
        </p:txBody>
      </p:sp>
      <p:sp>
        <p:nvSpPr>
          <p:cNvPr id="4" name="Date Placeholder 3"/>
          <p:cNvSpPr>
            <a:spLocks noGrp="1"/>
          </p:cNvSpPr>
          <p:nvPr>
            <p:ph type="dt" sz="half" idx="10"/>
          </p:nvPr>
        </p:nvSpPr>
        <p:spPr/>
        <p:txBody>
          <a:bodyPr/>
          <a:lstStyle/>
          <a:p>
            <a:r>
              <a:rPr lang="en-US" dirty="0"/>
              <a:t>Confidential</a:t>
            </a:r>
          </a:p>
        </p:txBody>
      </p:sp>
      <p:sp>
        <p:nvSpPr>
          <p:cNvPr id="5" name="Footer Placeholder 4"/>
          <p:cNvSpPr>
            <a:spLocks noGrp="1"/>
          </p:cNvSpPr>
          <p:nvPr>
            <p:ph type="ftr" sz="quarter" idx="11"/>
          </p:nvPr>
        </p:nvSpPr>
        <p:spPr/>
        <p:txBody>
          <a:bodyPr/>
          <a:lstStyle/>
          <a:p>
            <a:r>
              <a:rPr lang="en-US" dirty="0"/>
              <a:t>Reliance Jio Infocomm Limited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66" name="AutoShape 34">
            <a:extLst>
              <a:ext uri="{FF2B5EF4-FFF2-40B4-BE49-F238E27FC236}">
                <a16:creationId xmlns:a16="http://schemas.microsoft.com/office/drawing/2014/main" id="{CDE86C96-D74B-4790-A7A5-9FC8AF4EC49B}"/>
              </a:ext>
            </a:extLst>
          </p:cNvPr>
          <p:cNvSpPr>
            <a:spLocks noChangeArrowheads="1"/>
          </p:cNvSpPr>
          <p:nvPr/>
        </p:nvSpPr>
        <p:spPr bwMode="auto">
          <a:xfrm>
            <a:off x="4191000" y="1066800"/>
            <a:ext cx="4191000" cy="5257800"/>
          </a:xfrm>
          <a:prstGeom prst="roundRect">
            <a:avLst>
              <a:gd name="adj" fmla="val 0"/>
            </a:avLst>
          </a:prstGeom>
          <a:noFill/>
          <a:ln>
            <a:noFill/>
          </a:ln>
          <a:effectLst/>
          <a:extLst>
            <a:ext uri="{909E8E84-426E-40DD-AFC4-6F175D3DCCD1}">
              <a14:hiddenFill xmlns:a14="http://schemas.microsoft.com/office/drawing/2010/main">
                <a:solidFill>
                  <a:srgbClr val="777777">
                    <a:alpha val="33000"/>
                  </a:srgbClr>
                </a:solidFill>
              </a14:hiddenFill>
            </a:ext>
            <a:ext uri="{91240B29-F687-4F45-9708-019B960494DF}">
              <a14:hiddenLine xmlns:a14="http://schemas.microsoft.com/office/drawing/2010/main" w="3175" algn="ctr">
                <a:solidFill>
                  <a:srgbClr val="969696"/>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spcAft>
                <a:spcPct val="20000"/>
              </a:spcAft>
              <a:buChar char="•"/>
              <a:defRPr sz="1000">
                <a:solidFill>
                  <a:srgbClr val="B26F7E"/>
                </a:solidFill>
                <a:latin typeface="Arial" panose="020B0604020202020204" pitchFamily="34" charset="0"/>
              </a:defRPr>
            </a:lvl1pPr>
            <a:lvl2pPr marL="801688" indent="-344488">
              <a:lnSpc>
                <a:spcPct val="120000"/>
              </a:lnSpc>
              <a:spcBef>
                <a:spcPct val="20000"/>
              </a:spcBef>
              <a:spcAft>
                <a:spcPct val="20000"/>
              </a:spcAft>
              <a:buChar char="–"/>
              <a:defRPr sz="1000">
                <a:solidFill>
                  <a:srgbClr val="B26F7E"/>
                </a:solidFill>
                <a:latin typeface="Arial" panose="020B0604020202020204" pitchFamily="34" charset="0"/>
              </a:defRPr>
            </a:lvl2pPr>
            <a:lvl3pPr marL="1144588" indent="-228600">
              <a:lnSpc>
                <a:spcPct val="120000"/>
              </a:lnSpc>
              <a:spcBef>
                <a:spcPct val="20000"/>
              </a:spcBef>
              <a:spcAft>
                <a:spcPct val="20000"/>
              </a:spcAft>
              <a:buChar char="•"/>
              <a:defRPr sz="1000">
                <a:solidFill>
                  <a:srgbClr val="B26F7E"/>
                </a:solidFill>
                <a:latin typeface="Arial" panose="020B0604020202020204" pitchFamily="34" charset="0"/>
              </a:defRPr>
            </a:lvl3pPr>
            <a:lvl4pPr marL="1600200" indent="-228600">
              <a:lnSpc>
                <a:spcPct val="120000"/>
              </a:lnSpc>
              <a:spcBef>
                <a:spcPct val="20000"/>
              </a:spcBef>
              <a:spcAft>
                <a:spcPct val="20000"/>
              </a:spcAft>
              <a:buChar char="–"/>
              <a:defRPr sz="1000">
                <a:solidFill>
                  <a:srgbClr val="B26F7E"/>
                </a:solidFill>
                <a:latin typeface="Arial" panose="020B0604020202020204" pitchFamily="34" charset="0"/>
              </a:defRPr>
            </a:lvl4pPr>
            <a:lvl5pPr marL="2057400" indent="-228600">
              <a:lnSpc>
                <a:spcPct val="120000"/>
              </a:lnSpc>
              <a:spcBef>
                <a:spcPct val="20000"/>
              </a:spcBef>
              <a:spcAft>
                <a:spcPct val="20000"/>
              </a:spcAft>
              <a:buChar char="»"/>
              <a:defRPr sz="1000">
                <a:solidFill>
                  <a:srgbClr val="B26F7E"/>
                </a:solidFill>
                <a:latin typeface="Arial" panose="020B0604020202020204" pitchFamily="34" charset="0"/>
              </a:defRPr>
            </a:lvl5pPr>
            <a:lvl6pPr marL="2514600" indent="-228600" fontAlgn="base">
              <a:lnSpc>
                <a:spcPct val="120000"/>
              </a:lnSpc>
              <a:spcBef>
                <a:spcPct val="20000"/>
              </a:spcBef>
              <a:spcAft>
                <a:spcPct val="20000"/>
              </a:spcAft>
              <a:buChar char="»"/>
              <a:defRPr sz="1000">
                <a:solidFill>
                  <a:srgbClr val="B26F7E"/>
                </a:solidFill>
                <a:latin typeface="Arial" panose="020B0604020202020204" pitchFamily="34" charset="0"/>
              </a:defRPr>
            </a:lvl6pPr>
            <a:lvl7pPr marL="2971800" indent="-228600" fontAlgn="base">
              <a:lnSpc>
                <a:spcPct val="120000"/>
              </a:lnSpc>
              <a:spcBef>
                <a:spcPct val="20000"/>
              </a:spcBef>
              <a:spcAft>
                <a:spcPct val="20000"/>
              </a:spcAft>
              <a:buChar char="»"/>
              <a:defRPr sz="1000">
                <a:solidFill>
                  <a:srgbClr val="B26F7E"/>
                </a:solidFill>
                <a:latin typeface="Arial" panose="020B0604020202020204" pitchFamily="34" charset="0"/>
              </a:defRPr>
            </a:lvl7pPr>
            <a:lvl8pPr marL="3429000" indent="-228600" fontAlgn="base">
              <a:lnSpc>
                <a:spcPct val="120000"/>
              </a:lnSpc>
              <a:spcBef>
                <a:spcPct val="20000"/>
              </a:spcBef>
              <a:spcAft>
                <a:spcPct val="20000"/>
              </a:spcAft>
              <a:buChar char="»"/>
              <a:defRPr sz="1000">
                <a:solidFill>
                  <a:srgbClr val="B26F7E"/>
                </a:solidFill>
                <a:latin typeface="Arial" panose="020B0604020202020204" pitchFamily="34" charset="0"/>
              </a:defRPr>
            </a:lvl8pPr>
            <a:lvl9pPr marL="3886200" indent="-228600" fontAlgn="base">
              <a:lnSpc>
                <a:spcPct val="120000"/>
              </a:lnSpc>
              <a:spcBef>
                <a:spcPct val="20000"/>
              </a:spcBef>
              <a:spcAft>
                <a:spcPct val="20000"/>
              </a:spcAft>
              <a:buChar char="»"/>
              <a:defRPr sz="1000">
                <a:solidFill>
                  <a:srgbClr val="B26F7E"/>
                </a:solidFill>
                <a:latin typeface="Arial" panose="020B0604020202020204" pitchFamily="34" charset="0"/>
              </a:defRPr>
            </a:lvl9pPr>
          </a:lstStyle>
          <a:p>
            <a:pPr>
              <a:lnSpc>
                <a:spcPct val="140000"/>
              </a:lnSpc>
              <a:buFontTx/>
              <a:buNone/>
            </a:pPr>
            <a:r>
              <a:rPr lang="en-US" altLang="en-US" sz="1100" b="1" dirty="0">
                <a:solidFill>
                  <a:schemeClr val="tx1"/>
                </a:solidFill>
                <a:ea typeface="굴림" panose="020B0600000101010101" pitchFamily="34" charset="-127"/>
              </a:rPr>
              <a:t>Revenue Generation - Recharge</a:t>
            </a:r>
          </a:p>
          <a:p>
            <a:pPr>
              <a:lnSpc>
                <a:spcPct val="140000"/>
              </a:lnSpc>
              <a:buFontTx/>
              <a:buBlip>
                <a:blip r:embed="rId3"/>
              </a:buBlip>
            </a:pPr>
            <a:r>
              <a:rPr lang="en-US" altLang="en-US" sz="1100" dirty="0">
                <a:solidFill>
                  <a:schemeClr val="tx1"/>
                </a:solidFill>
                <a:ea typeface="굴림" panose="020B0600000101010101" pitchFamily="34" charset="-127"/>
              </a:rPr>
              <a:t>As discussed earlier, recharging allows replenishment of talk time balance for prepaid subscribers. Various kind of recharge vouchers are available in the market like:</a:t>
            </a:r>
          </a:p>
          <a:p>
            <a:pPr lvl="1">
              <a:lnSpc>
                <a:spcPct val="140000"/>
              </a:lnSpc>
              <a:buFontTx/>
              <a:buBlip>
                <a:blip r:embed="rId3"/>
              </a:buBlip>
            </a:pPr>
            <a:r>
              <a:rPr lang="en-US" altLang="en-US" sz="1100" dirty="0">
                <a:solidFill>
                  <a:schemeClr val="tx1"/>
                </a:solidFill>
                <a:ea typeface="굴림" panose="020B0600000101010101" pitchFamily="34" charset="-127"/>
              </a:rPr>
              <a:t>Airtime Call Vouchers to increase the value of talk time for a subscriber. </a:t>
            </a:r>
          </a:p>
          <a:p>
            <a:pPr lvl="1">
              <a:lnSpc>
                <a:spcPct val="140000"/>
              </a:lnSpc>
              <a:buFontTx/>
              <a:buBlip>
                <a:blip r:embed="rId3"/>
              </a:buBlip>
            </a:pPr>
            <a:r>
              <a:rPr lang="en-US" altLang="en-US" sz="1100" dirty="0">
                <a:solidFill>
                  <a:schemeClr val="tx1"/>
                </a:solidFill>
                <a:ea typeface="굴림" panose="020B0600000101010101" pitchFamily="34" charset="-127"/>
              </a:rPr>
              <a:t>Validity Vouchers to extend the validity period of the subscriber. </a:t>
            </a:r>
          </a:p>
          <a:p>
            <a:pPr lvl="1">
              <a:lnSpc>
                <a:spcPct val="140000"/>
              </a:lnSpc>
              <a:buFontTx/>
              <a:buBlip>
                <a:blip r:embed="rId3"/>
              </a:buBlip>
            </a:pPr>
            <a:r>
              <a:rPr lang="en-US" altLang="en-US" sz="1100" dirty="0">
                <a:solidFill>
                  <a:schemeClr val="tx1"/>
                </a:solidFill>
                <a:ea typeface="굴림" panose="020B0600000101010101" pitchFamily="34" charset="-127"/>
              </a:rPr>
              <a:t>Vouchers for other services or promotional programs like free SMS pack </a:t>
            </a:r>
            <a:r>
              <a:rPr lang="en-US" altLang="en-US" sz="1100" dirty="0" err="1">
                <a:solidFill>
                  <a:schemeClr val="tx1"/>
                </a:solidFill>
                <a:ea typeface="굴림" panose="020B0600000101010101" pitchFamily="34" charset="-127"/>
              </a:rPr>
              <a:t>etc</a:t>
            </a:r>
            <a:endParaRPr lang="en-US" altLang="en-US" sz="1100" dirty="0">
              <a:solidFill>
                <a:schemeClr val="tx1"/>
              </a:solidFill>
              <a:ea typeface="굴림" panose="020B0600000101010101" pitchFamily="34" charset="-127"/>
            </a:endParaRPr>
          </a:p>
          <a:p>
            <a:pPr>
              <a:lnSpc>
                <a:spcPct val="140000"/>
              </a:lnSpc>
              <a:buFontTx/>
              <a:buBlip>
                <a:blip r:embed="rId3"/>
              </a:buBlip>
            </a:pPr>
            <a:r>
              <a:rPr lang="en-US" altLang="en-US" sz="1100" dirty="0">
                <a:solidFill>
                  <a:schemeClr val="tx1"/>
                </a:solidFill>
                <a:ea typeface="굴림" panose="020B0600000101010101" pitchFamily="34" charset="-127"/>
              </a:rPr>
              <a:t>Recharge vouchers can be sold in physical voucher cards or electronic vouchers/ virtual recharge.</a:t>
            </a:r>
          </a:p>
          <a:p>
            <a:pPr>
              <a:lnSpc>
                <a:spcPct val="140000"/>
              </a:lnSpc>
              <a:buFontTx/>
              <a:buNone/>
            </a:pPr>
            <a:r>
              <a:rPr lang="en-US" altLang="en-US" sz="1100" dirty="0">
                <a:solidFill>
                  <a:schemeClr val="tx1"/>
                </a:solidFill>
                <a:ea typeface="굴림" panose="020B0600000101010101" pitchFamily="34" charset="-127"/>
              </a:rPr>
              <a:t>	NOTE: Recharge sale is in form of an advance to the operator and when subscriber utilizes the balance earned on recharge, revenue is </a:t>
            </a:r>
            <a:r>
              <a:rPr lang="en-US" altLang="en-US" sz="1100" dirty="0" err="1">
                <a:solidFill>
                  <a:schemeClr val="tx1"/>
                </a:solidFill>
                <a:ea typeface="굴림" panose="020B0600000101010101" pitchFamily="34" charset="-127"/>
              </a:rPr>
              <a:t>recognised</a:t>
            </a:r>
            <a:r>
              <a:rPr lang="en-US" altLang="en-US" sz="1100" dirty="0">
                <a:solidFill>
                  <a:schemeClr val="tx1"/>
                </a:solidFill>
                <a:ea typeface="굴림" panose="020B0600000101010101" pitchFamily="34" charset="-127"/>
              </a:rPr>
              <a:t> against it. </a:t>
            </a:r>
          </a:p>
          <a:p>
            <a:pPr>
              <a:lnSpc>
                <a:spcPct val="140000"/>
              </a:lnSpc>
              <a:buFontTx/>
              <a:buBlip>
                <a:blip r:embed="rId3"/>
              </a:buBlip>
            </a:pPr>
            <a:r>
              <a:rPr lang="en-US" altLang="en-US" sz="1100" dirty="0">
                <a:solidFill>
                  <a:schemeClr val="tx1"/>
                </a:solidFill>
                <a:ea typeface="굴림" panose="020B0600000101010101" pitchFamily="34" charset="-127"/>
              </a:rPr>
              <a:t>When the subscriber uses a recharge voucher, the PIN is validated by the Voucher Management System (VOMS). Upon successful validation, IN updates the SDP to credit the recharge amount into subscriber’s account.</a:t>
            </a:r>
          </a:p>
        </p:txBody>
      </p:sp>
      <p:graphicFrame>
        <p:nvGraphicFramePr>
          <p:cNvPr id="67" name="Object 10">
            <a:extLst>
              <a:ext uri="{FF2B5EF4-FFF2-40B4-BE49-F238E27FC236}">
                <a16:creationId xmlns:a16="http://schemas.microsoft.com/office/drawing/2014/main" id="{8EFA0052-7E59-4973-A674-DC628662C188}"/>
              </a:ext>
            </a:extLst>
          </p:cNvPr>
          <p:cNvGraphicFramePr>
            <a:graphicFrameLocks noChangeAspect="1"/>
          </p:cNvGraphicFramePr>
          <p:nvPr>
            <p:extLst>
              <p:ext uri="{D42A27DB-BD31-4B8C-83A1-F6EECF244321}">
                <p14:modId xmlns:p14="http://schemas.microsoft.com/office/powerpoint/2010/main" val="428412927"/>
              </p:ext>
            </p:extLst>
          </p:nvPr>
        </p:nvGraphicFramePr>
        <p:xfrm>
          <a:off x="381000" y="2780928"/>
          <a:ext cx="403225" cy="301443"/>
        </p:xfrm>
        <a:graphic>
          <a:graphicData uri="http://schemas.openxmlformats.org/presentationml/2006/ole">
            <mc:AlternateContent xmlns:mc="http://schemas.openxmlformats.org/markup-compatibility/2006">
              <mc:Choice xmlns:v="urn:schemas-microsoft-com:vml" Requires="v">
                <p:oleObj name="Visio" r:id="rId4" imgW="593588" imgH="774104" progId="Visio.Drawing.11">
                  <p:embed/>
                </p:oleObj>
              </mc:Choice>
              <mc:Fallback>
                <p:oleObj name="Visio" r:id="rId4" imgW="593588" imgH="774104" progId="Visio.Drawing.11">
                  <p:embed/>
                  <p:pic>
                    <p:nvPicPr>
                      <p:cNvPr id="67" name="Object 10">
                        <a:extLst>
                          <a:ext uri="{FF2B5EF4-FFF2-40B4-BE49-F238E27FC236}">
                            <a16:creationId xmlns:a16="http://schemas.microsoft.com/office/drawing/2014/main" id="{8EFA0052-7E59-4973-A674-DC628662C1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780928"/>
                        <a:ext cx="403225" cy="301443"/>
                      </a:xfrm>
                      <a:prstGeom prst="rect">
                        <a:avLst/>
                      </a:prstGeom>
                      <a:noFill/>
                      <a:ln>
                        <a:noFill/>
                      </a:ln>
                      <a:effectLst/>
                    </p:spPr>
                  </p:pic>
                </p:oleObj>
              </mc:Fallback>
            </mc:AlternateContent>
          </a:graphicData>
        </a:graphic>
      </p:graphicFrame>
      <p:sp>
        <p:nvSpPr>
          <p:cNvPr id="68" name="TextBox 67">
            <a:extLst>
              <a:ext uri="{FF2B5EF4-FFF2-40B4-BE49-F238E27FC236}">
                <a16:creationId xmlns:a16="http://schemas.microsoft.com/office/drawing/2014/main" id="{A4B00C5E-277D-473D-BE65-F737AD99DD52}"/>
              </a:ext>
            </a:extLst>
          </p:cNvPr>
          <p:cNvSpPr txBox="1"/>
          <p:nvPr/>
        </p:nvSpPr>
        <p:spPr>
          <a:xfrm>
            <a:off x="304800" y="3147999"/>
            <a:ext cx="685800" cy="109121"/>
          </a:xfrm>
          <a:prstGeom prst="rect">
            <a:avLst/>
          </a:prstGeom>
          <a:noFill/>
        </p:spPr>
        <p:txBody>
          <a:bodyPr wrap="square" rtlCol="0">
            <a:spAutoFit/>
          </a:bodyPr>
          <a:lstStyle/>
          <a:p>
            <a:r>
              <a:rPr lang="en-US" sz="900" dirty="0"/>
              <a:t>Subscriber</a:t>
            </a:r>
          </a:p>
        </p:txBody>
      </p:sp>
      <p:graphicFrame>
        <p:nvGraphicFramePr>
          <p:cNvPr id="70" name="Object 95">
            <a:extLst>
              <a:ext uri="{FF2B5EF4-FFF2-40B4-BE49-F238E27FC236}">
                <a16:creationId xmlns:a16="http://schemas.microsoft.com/office/drawing/2014/main" id="{BE079252-870D-43D1-B923-6B5CC9FFB9A2}"/>
              </a:ext>
            </a:extLst>
          </p:cNvPr>
          <p:cNvGraphicFramePr>
            <a:graphicFrameLocks noChangeAspect="1"/>
          </p:cNvGraphicFramePr>
          <p:nvPr>
            <p:extLst>
              <p:ext uri="{D42A27DB-BD31-4B8C-83A1-F6EECF244321}">
                <p14:modId xmlns:p14="http://schemas.microsoft.com/office/powerpoint/2010/main" val="79272755"/>
              </p:ext>
            </p:extLst>
          </p:nvPr>
        </p:nvGraphicFramePr>
        <p:xfrm>
          <a:off x="2010623" y="1892748"/>
          <a:ext cx="790864" cy="563809"/>
        </p:xfrm>
        <a:graphic>
          <a:graphicData uri="http://schemas.openxmlformats.org/presentationml/2006/ole">
            <mc:AlternateContent xmlns:mc="http://schemas.openxmlformats.org/markup-compatibility/2006">
              <mc:Choice xmlns:v="urn:schemas-microsoft-com:vml" Requires="v">
                <p:oleObj name="Visio" r:id="rId6" imgW="680946" imgH="870257" progId="Visio.Drawing.11">
                  <p:embed/>
                </p:oleObj>
              </mc:Choice>
              <mc:Fallback>
                <p:oleObj name="Visio" r:id="rId6" imgW="680946" imgH="870257" progId="Visio.Drawing.11">
                  <p:embed/>
                  <p:pic>
                    <p:nvPicPr>
                      <p:cNvPr id="70" name="Object 95">
                        <a:extLst>
                          <a:ext uri="{FF2B5EF4-FFF2-40B4-BE49-F238E27FC236}">
                            <a16:creationId xmlns:a16="http://schemas.microsoft.com/office/drawing/2014/main" id="{BE079252-870D-43D1-B923-6B5CC9FFB9A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0623" y="1892748"/>
                        <a:ext cx="790864" cy="563809"/>
                      </a:xfrm>
                      <a:prstGeom prst="rect">
                        <a:avLst/>
                      </a:prstGeom>
                      <a:noFill/>
                      <a:ln>
                        <a:noFill/>
                      </a:ln>
                      <a:effectLst/>
                    </p:spPr>
                  </p:pic>
                </p:oleObj>
              </mc:Fallback>
            </mc:AlternateContent>
          </a:graphicData>
        </a:graphic>
      </p:graphicFrame>
      <p:sp>
        <p:nvSpPr>
          <p:cNvPr id="71" name="Text Box 108">
            <a:extLst>
              <a:ext uri="{FF2B5EF4-FFF2-40B4-BE49-F238E27FC236}">
                <a16:creationId xmlns:a16="http://schemas.microsoft.com/office/drawing/2014/main" id="{1B15673E-0BE9-4427-BE16-E24DE74365EF}"/>
              </a:ext>
            </a:extLst>
          </p:cNvPr>
          <p:cNvSpPr txBox="1">
            <a:spLocks noChangeArrowheads="1"/>
          </p:cNvSpPr>
          <p:nvPr/>
        </p:nvSpPr>
        <p:spPr bwMode="auto">
          <a:xfrm>
            <a:off x="1691680" y="2482335"/>
            <a:ext cx="1325562" cy="246221"/>
          </a:xfrm>
          <a:prstGeom prst="rect">
            <a:avLst/>
          </a:prstGeom>
          <a:noFill/>
          <a:ln w="9525">
            <a:noFill/>
            <a:miter lim="800000"/>
            <a:headEnd/>
            <a:tailEnd/>
          </a:ln>
          <a:effectLst/>
        </p:spPr>
        <p:txBody>
          <a:bodyPr>
            <a:spAutoFit/>
          </a:bodyPr>
          <a:lstStyle/>
          <a:p>
            <a:pPr algn="ctr">
              <a:spcBef>
                <a:spcPct val="50000"/>
              </a:spcBef>
            </a:pPr>
            <a:r>
              <a:rPr lang="en-US" sz="1000" b="1" dirty="0"/>
              <a:t>VOMS</a:t>
            </a:r>
          </a:p>
        </p:txBody>
      </p:sp>
      <p:pic>
        <p:nvPicPr>
          <p:cNvPr id="72" name="Picture 54">
            <a:extLst>
              <a:ext uri="{FF2B5EF4-FFF2-40B4-BE49-F238E27FC236}">
                <a16:creationId xmlns:a16="http://schemas.microsoft.com/office/drawing/2014/main" id="{174749B7-485A-4902-AC3C-CAC00AF13243}"/>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10629" y="1847021"/>
            <a:ext cx="417513" cy="53340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108">
            <a:extLst>
              <a:ext uri="{FF2B5EF4-FFF2-40B4-BE49-F238E27FC236}">
                <a16:creationId xmlns:a16="http://schemas.microsoft.com/office/drawing/2014/main" id="{B67E2722-D8B6-4C78-A241-64DF0D8BE995}"/>
              </a:ext>
            </a:extLst>
          </p:cNvPr>
          <p:cNvSpPr txBox="1">
            <a:spLocks noChangeArrowheads="1"/>
          </p:cNvSpPr>
          <p:nvPr/>
        </p:nvSpPr>
        <p:spPr bwMode="auto">
          <a:xfrm>
            <a:off x="2865438" y="2495600"/>
            <a:ext cx="1325562" cy="246221"/>
          </a:xfrm>
          <a:prstGeom prst="rect">
            <a:avLst/>
          </a:prstGeom>
          <a:noFill/>
          <a:ln w="9525">
            <a:noFill/>
            <a:miter lim="800000"/>
            <a:headEnd/>
            <a:tailEnd/>
          </a:ln>
          <a:effectLst/>
        </p:spPr>
        <p:txBody>
          <a:bodyPr>
            <a:spAutoFit/>
          </a:bodyPr>
          <a:lstStyle/>
          <a:p>
            <a:pPr algn="ctr">
              <a:spcBef>
                <a:spcPct val="50000"/>
              </a:spcBef>
            </a:pPr>
            <a:r>
              <a:rPr lang="en-US" sz="1000" b="1" dirty="0"/>
              <a:t>IN</a:t>
            </a:r>
          </a:p>
        </p:txBody>
      </p:sp>
      <p:pic>
        <p:nvPicPr>
          <p:cNvPr id="75" name="Picture 74">
            <a:extLst>
              <a:ext uri="{FF2B5EF4-FFF2-40B4-BE49-F238E27FC236}">
                <a16:creationId xmlns:a16="http://schemas.microsoft.com/office/drawing/2014/main" id="{1E2AAA59-FC95-4DB0-B6FD-E50CFC17E5B7}"/>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238551" y="2377420"/>
            <a:ext cx="229727" cy="449160"/>
          </a:xfrm>
          <a:prstGeom prst="rect">
            <a:avLst/>
          </a:prstGeom>
        </p:spPr>
      </p:pic>
      <p:cxnSp>
        <p:nvCxnSpPr>
          <p:cNvPr id="7" name="Straight Arrow Connector 6">
            <a:extLst>
              <a:ext uri="{FF2B5EF4-FFF2-40B4-BE49-F238E27FC236}">
                <a16:creationId xmlns:a16="http://schemas.microsoft.com/office/drawing/2014/main" id="{2234603D-7D64-4E1D-8836-E9D73019308C}"/>
              </a:ext>
            </a:extLst>
          </p:cNvPr>
          <p:cNvCxnSpPr>
            <a:endCxn id="75" idx="1"/>
          </p:cNvCxnSpPr>
          <p:nvPr/>
        </p:nvCxnSpPr>
        <p:spPr>
          <a:xfrm flipV="1">
            <a:off x="784225" y="2602000"/>
            <a:ext cx="454326" cy="2245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D2CDE0B3-97BB-4B1A-8017-FAC71C8B40B8}"/>
              </a:ext>
            </a:extLst>
          </p:cNvPr>
          <p:cNvCxnSpPr/>
          <p:nvPr/>
        </p:nvCxnSpPr>
        <p:spPr>
          <a:xfrm flipV="1">
            <a:off x="1547664" y="2229636"/>
            <a:ext cx="392031" cy="1477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907692B7-3BAE-4F6E-9F3D-68C67C9E8631}"/>
              </a:ext>
            </a:extLst>
          </p:cNvPr>
          <p:cNvCxnSpPr/>
          <p:nvPr/>
        </p:nvCxnSpPr>
        <p:spPr>
          <a:xfrm>
            <a:off x="2857791" y="2174652"/>
            <a:ext cx="44243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6" name="TextBox 75">
            <a:extLst>
              <a:ext uri="{FF2B5EF4-FFF2-40B4-BE49-F238E27FC236}">
                <a16:creationId xmlns:a16="http://schemas.microsoft.com/office/drawing/2014/main" id="{EF5C5F09-F44E-4D1E-BF35-CC714B6543FE}"/>
              </a:ext>
            </a:extLst>
          </p:cNvPr>
          <p:cNvSpPr txBox="1"/>
          <p:nvPr/>
        </p:nvSpPr>
        <p:spPr>
          <a:xfrm>
            <a:off x="304800" y="1123839"/>
            <a:ext cx="4572000" cy="302199"/>
          </a:xfrm>
          <a:prstGeom prst="rect">
            <a:avLst/>
          </a:prstGeom>
          <a:noFill/>
        </p:spPr>
        <p:txBody>
          <a:bodyPr wrap="square">
            <a:spAutoFit/>
          </a:bodyPr>
          <a:lstStyle/>
          <a:p>
            <a:pPr>
              <a:lnSpc>
                <a:spcPct val="140000"/>
              </a:lnSpc>
              <a:buFontTx/>
              <a:buNone/>
            </a:pPr>
            <a:r>
              <a:rPr lang="en-US" altLang="en-US" sz="1100" b="1" dirty="0">
                <a:solidFill>
                  <a:schemeClr val="tx1"/>
                </a:solidFill>
                <a:latin typeface="Arial" panose="020B0604020202020204" pitchFamily="34" charset="0"/>
                <a:ea typeface="굴림" panose="020B0600000101010101" pitchFamily="34" charset="-127"/>
                <a:cs typeface="Arial" panose="020B0604020202020204" pitchFamily="34" charset="0"/>
              </a:rPr>
              <a:t>Voucher Recharge:</a:t>
            </a:r>
          </a:p>
        </p:txBody>
      </p:sp>
      <p:graphicFrame>
        <p:nvGraphicFramePr>
          <p:cNvPr id="77" name="Object 10">
            <a:extLst>
              <a:ext uri="{FF2B5EF4-FFF2-40B4-BE49-F238E27FC236}">
                <a16:creationId xmlns:a16="http://schemas.microsoft.com/office/drawing/2014/main" id="{E3E2CE97-EDF4-4135-883E-6928E0E15F10}"/>
              </a:ext>
            </a:extLst>
          </p:cNvPr>
          <p:cNvGraphicFramePr>
            <a:graphicFrameLocks noChangeAspect="1"/>
          </p:cNvGraphicFramePr>
          <p:nvPr>
            <p:extLst>
              <p:ext uri="{D42A27DB-BD31-4B8C-83A1-F6EECF244321}">
                <p14:modId xmlns:p14="http://schemas.microsoft.com/office/powerpoint/2010/main" val="3443323773"/>
              </p:ext>
            </p:extLst>
          </p:nvPr>
        </p:nvGraphicFramePr>
        <p:xfrm>
          <a:off x="381000" y="4561842"/>
          <a:ext cx="403225" cy="301443"/>
        </p:xfrm>
        <a:graphic>
          <a:graphicData uri="http://schemas.openxmlformats.org/presentationml/2006/ole">
            <mc:AlternateContent xmlns:mc="http://schemas.openxmlformats.org/markup-compatibility/2006">
              <mc:Choice xmlns:v="urn:schemas-microsoft-com:vml" Requires="v">
                <p:oleObj name="Visio" r:id="rId4" imgW="593588" imgH="774104" progId="Visio.Drawing.11">
                  <p:embed/>
                </p:oleObj>
              </mc:Choice>
              <mc:Fallback>
                <p:oleObj name="Visio" r:id="rId4" imgW="593588" imgH="774104" progId="Visio.Drawing.11">
                  <p:embed/>
                  <p:pic>
                    <p:nvPicPr>
                      <p:cNvPr id="77" name="Object 10">
                        <a:extLst>
                          <a:ext uri="{FF2B5EF4-FFF2-40B4-BE49-F238E27FC236}">
                            <a16:creationId xmlns:a16="http://schemas.microsoft.com/office/drawing/2014/main" id="{E3E2CE97-EDF4-4135-883E-6928E0E15F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4561842"/>
                        <a:ext cx="403225" cy="301443"/>
                      </a:xfrm>
                      <a:prstGeom prst="rect">
                        <a:avLst/>
                      </a:prstGeom>
                      <a:noFill/>
                      <a:ln>
                        <a:noFill/>
                      </a:ln>
                      <a:effectLst/>
                    </p:spPr>
                  </p:pic>
                </p:oleObj>
              </mc:Fallback>
            </mc:AlternateContent>
          </a:graphicData>
        </a:graphic>
      </p:graphicFrame>
      <p:sp>
        <p:nvSpPr>
          <p:cNvPr id="78" name="TextBox 77">
            <a:extLst>
              <a:ext uri="{FF2B5EF4-FFF2-40B4-BE49-F238E27FC236}">
                <a16:creationId xmlns:a16="http://schemas.microsoft.com/office/drawing/2014/main" id="{317EA92D-5B6B-401F-BD2E-13934A2DE592}"/>
              </a:ext>
            </a:extLst>
          </p:cNvPr>
          <p:cNvSpPr txBox="1"/>
          <p:nvPr/>
        </p:nvSpPr>
        <p:spPr>
          <a:xfrm>
            <a:off x="304800" y="4928913"/>
            <a:ext cx="685800" cy="109121"/>
          </a:xfrm>
          <a:prstGeom prst="rect">
            <a:avLst/>
          </a:prstGeom>
          <a:noFill/>
        </p:spPr>
        <p:txBody>
          <a:bodyPr wrap="square" rtlCol="0">
            <a:spAutoFit/>
          </a:bodyPr>
          <a:lstStyle/>
          <a:p>
            <a:r>
              <a:rPr lang="en-US" sz="900" dirty="0"/>
              <a:t>Subscriber</a:t>
            </a:r>
          </a:p>
        </p:txBody>
      </p:sp>
      <p:sp>
        <p:nvSpPr>
          <p:cNvPr id="79" name="Thought Bubble: Cloud 78">
            <a:extLst>
              <a:ext uri="{FF2B5EF4-FFF2-40B4-BE49-F238E27FC236}">
                <a16:creationId xmlns:a16="http://schemas.microsoft.com/office/drawing/2014/main" id="{436F4232-73AC-41FF-91D7-B504C7213A11}"/>
              </a:ext>
            </a:extLst>
          </p:cNvPr>
          <p:cNvSpPr/>
          <p:nvPr/>
        </p:nvSpPr>
        <p:spPr>
          <a:xfrm>
            <a:off x="1467778" y="4516858"/>
            <a:ext cx="1076830" cy="412055"/>
          </a:xfrm>
          <a:prstGeom prst="cloudCallout">
            <a:avLst>
              <a:gd name="adj1" fmla="val -3017"/>
              <a:gd name="adj2" fmla="val 24194"/>
            </a:avLst>
          </a:prstGeom>
          <a:solidFill>
            <a:srgbClr val="27ACAA"/>
          </a:solidFill>
          <a:ln w="9525" cap="flat" cmpd="sng" algn="ctr">
            <a:noFill/>
            <a:prstDash val="solid"/>
          </a:ln>
          <a:effectLst/>
        </p:spPr>
        <p:txBody>
          <a:bodyPr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IN" sz="900" b="1" i="0" u="none" strike="noStrike" kern="0" cap="none" spc="0" normalizeH="0" baseline="0" noProof="0" dirty="0">
                <a:ln>
                  <a:noFill/>
                </a:ln>
                <a:solidFill>
                  <a:schemeClr val="tx2"/>
                </a:solidFill>
                <a:effectLst/>
                <a:uLnTx/>
                <a:uFillTx/>
                <a:latin typeface="EYInterstate" panose="02000503020000020004" pitchFamily="2" charset="0"/>
                <a:ea typeface="+mn-ea"/>
                <a:cs typeface="+mn-cs"/>
              </a:rPr>
              <a:t>Internet</a:t>
            </a:r>
            <a:endParaRPr kumimoji="0" lang="en-GB" sz="900" b="1" i="0" u="none" strike="noStrike" kern="0" cap="none" spc="0" normalizeH="0" baseline="0" noProof="0" dirty="0">
              <a:ln>
                <a:noFill/>
              </a:ln>
              <a:solidFill>
                <a:schemeClr val="tx2"/>
              </a:solidFill>
              <a:effectLst/>
              <a:uLnTx/>
              <a:uFillTx/>
              <a:latin typeface="EYInterstate" panose="02000503020000020004" pitchFamily="2" charset="0"/>
              <a:ea typeface="+mn-ea"/>
              <a:cs typeface="+mn-cs"/>
            </a:endParaRPr>
          </a:p>
        </p:txBody>
      </p:sp>
      <p:graphicFrame>
        <p:nvGraphicFramePr>
          <p:cNvPr id="80" name="Object 95">
            <a:extLst>
              <a:ext uri="{FF2B5EF4-FFF2-40B4-BE49-F238E27FC236}">
                <a16:creationId xmlns:a16="http://schemas.microsoft.com/office/drawing/2014/main" id="{2F640DB0-425D-41B8-A527-453EE4BAE6FD}"/>
              </a:ext>
            </a:extLst>
          </p:cNvPr>
          <p:cNvGraphicFramePr>
            <a:graphicFrameLocks noChangeAspect="1"/>
          </p:cNvGraphicFramePr>
          <p:nvPr>
            <p:extLst>
              <p:ext uri="{D42A27DB-BD31-4B8C-83A1-F6EECF244321}">
                <p14:modId xmlns:p14="http://schemas.microsoft.com/office/powerpoint/2010/main" val="1743345141"/>
              </p:ext>
            </p:extLst>
          </p:nvPr>
        </p:nvGraphicFramePr>
        <p:xfrm>
          <a:off x="3131487" y="4365104"/>
          <a:ext cx="790864" cy="563809"/>
        </p:xfrm>
        <a:graphic>
          <a:graphicData uri="http://schemas.openxmlformats.org/presentationml/2006/ole">
            <mc:AlternateContent xmlns:mc="http://schemas.openxmlformats.org/markup-compatibility/2006">
              <mc:Choice xmlns:v="urn:schemas-microsoft-com:vml" Requires="v">
                <p:oleObj name="Visio" r:id="rId6" imgW="680946" imgH="870257" progId="Visio.Drawing.11">
                  <p:embed/>
                </p:oleObj>
              </mc:Choice>
              <mc:Fallback>
                <p:oleObj name="Visio" r:id="rId6" imgW="680946" imgH="870257" progId="Visio.Drawing.11">
                  <p:embed/>
                  <p:pic>
                    <p:nvPicPr>
                      <p:cNvPr id="80" name="Object 95">
                        <a:extLst>
                          <a:ext uri="{FF2B5EF4-FFF2-40B4-BE49-F238E27FC236}">
                            <a16:creationId xmlns:a16="http://schemas.microsoft.com/office/drawing/2014/main" id="{2F640DB0-425D-41B8-A527-453EE4BAE6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487" y="4365104"/>
                        <a:ext cx="790864" cy="563809"/>
                      </a:xfrm>
                      <a:prstGeom prst="rect">
                        <a:avLst/>
                      </a:prstGeom>
                      <a:noFill/>
                      <a:ln>
                        <a:noFill/>
                      </a:ln>
                      <a:effectLst/>
                    </p:spPr>
                  </p:pic>
                </p:oleObj>
              </mc:Fallback>
            </mc:AlternateContent>
          </a:graphicData>
        </a:graphic>
      </p:graphicFrame>
      <p:sp>
        <p:nvSpPr>
          <p:cNvPr id="81" name="Text Box 108">
            <a:extLst>
              <a:ext uri="{FF2B5EF4-FFF2-40B4-BE49-F238E27FC236}">
                <a16:creationId xmlns:a16="http://schemas.microsoft.com/office/drawing/2014/main" id="{D1B9760A-EF33-4F9F-AF18-4F8CC6B7F8DC}"/>
              </a:ext>
            </a:extLst>
          </p:cNvPr>
          <p:cNvSpPr txBox="1">
            <a:spLocks noChangeArrowheads="1"/>
          </p:cNvSpPr>
          <p:nvPr/>
        </p:nvSpPr>
        <p:spPr bwMode="auto">
          <a:xfrm>
            <a:off x="2812544" y="4954691"/>
            <a:ext cx="1325562" cy="400110"/>
          </a:xfrm>
          <a:prstGeom prst="rect">
            <a:avLst/>
          </a:prstGeom>
          <a:noFill/>
          <a:ln w="9525">
            <a:noFill/>
            <a:miter lim="800000"/>
            <a:headEnd/>
            <a:tailEnd/>
          </a:ln>
          <a:effectLst/>
        </p:spPr>
        <p:txBody>
          <a:bodyPr>
            <a:spAutoFit/>
          </a:bodyPr>
          <a:lstStyle/>
          <a:p>
            <a:pPr algn="ctr">
              <a:spcBef>
                <a:spcPct val="50000"/>
              </a:spcBef>
            </a:pPr>
            <a:r>
              <a:rPr lang="en-US" sz="1000" b="1" dirty="0"/>
              <a:t>E-recharge vendor platform</a:t>
            </a:r>
          </a:p>
        </p:txBody>
      </p:sp>
      <p:pic>
        <p:nvPicPr>
          <p:cNvPr id="82" name="Picture 54">
            <a:extLst>
              <a:ext uri="{FF2B5EF4-FFF2-40B4-BE49-F238E27FC236}">
                <a16:creationId xmlns:a16="http://schemas.microsoft.com/office/drawing/2014/main" id="{A2846A6A-0975-4D9D-8E24-0362DDA1322D}"/>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68091" y="5468240"/>
            <a:ext cx="417513" cy="533400"/>
          </a:xfrm>
          <a:prstGeom prst="rect">
            <a:avLst/>
          </a:prstGeom>
          <a:noFill/>
          <a:extLst>
            <a:ext uri="{909E8E84-426E-40DD-AFC4-6F175D3DCCD1}">
              <a14:hiddenFill xmlns:a14="http://schemas.microsoft.com/office/drawing/2010/main">
                <a:solidFill>
                  <a:srgbClr val="FFFFFF"/>
                </a:solidFill>
              </a14:hiddenFill>
            </a:ext>
          </a:extLst>
        </p:spPr>
      </p:pic>
      <p:sp>
        <p:nvSpPr>
          <p:cNvPr id="83" name="Text Box 108">
            <a:extLst>
              <a:ext uri="{FF2B5EF4-FFF2-40B4-BE49-F238E27FC236}">
                <a16:creationId xmlns:a16="http://schemas.microsoft.com/office/drawing/2014/main" id="{F5E6B778-8BA4-48C5-A05F-838DB94311EC}"/>
              </a:ext>
            </a:extLst>
          </p:cNvPr>
          <p:cNvSpPr txBox="1">
            <a:spLocks noChangeArrowheads="1"/>
          </p:cNvSpPr>
          <p:nvPr/>
        </p:nvSpPr>
        <p:spPr bwMode="auto">
          <a:xfrm>
            <a:off x="1222900" y="6116819"/>
            <a:ext cx="1325562" cy="246221"/>
          </a:xfrm>
          <a:prstGeom prst="rect">
            <a:avLst/>
          </a:prstGeom>
          <a:noFill/>
          <a:ln w="9525">
            <a:noFill/>
            <a:miter lim="800000"/>
            <a:headEnd/>
            <a:tailEnd/>
          </a:ln>
          <a:effectLst/>
        </p:spPr>
        <p:txBody>
          <a:bodyPr>
            <a:spAutoFit/>
          </a:bodyPr>
          <a:lstStyle/>
          <a:p>
            <a:pPr algn="ctr">
              <a:spcBef>
                <a:spcPct val="50000"/>
              </a:spcBef>
            </a:pPr>
            <a:r>
              <a:rPr lang="en-US" sz="1000" b="1" dirty="0"/>
              <a:t>IN</a:t>
            </a:r>
          </a:p>
        </p:txBody>
      </p:sp>
      <p:sp>
        <p:nvSpPr>
          <p:cNvPr id="13" name="Arc 12">
            <a:extLst>
              <a:ext uri="{FF2B5EF4-FFF2-40B4-BE49-F238E27FC236}">
                <a16:creationId xmlns:a16="http://schemas.microsoft.com/office/drawing/2014/main" id="{BEA6E6B3-EEF7-4403-ACFD-0E45CED2E435}"/>
              </a:ext>
            </a:extLst>
          </p:cNvPr>
          <p:cNvSpPr/>
          <p:nvPr/>
        </p:nvSpPr>
        <p:spPr>
          <a:xfrm rot="9425126">
            <a:off x="812019" y="2291875"/>
            <a:ext cx="3104100" cy="981016"/>
          </a:xfrm>
          <a:prstGeom prst="arc">
            <a:avLst>
              <a:gd name="adj1" fmla="val 11983495"/>
              <a:gd name="adj2" fmla="val 21541225"/>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p>
        </p:txBody>
      </p:sp>
      <p:sp>
        <p:nvSpPr>
          <p:cNvPr id="84" name="Arc 83">
            <a:extLst>
              <a:ext uri="{FF2B5EF4-FFF2-40B4-BE49-F238E27FC236}">
                <a16:creationId xmlns:a16="http://schemas.microsoft.com/office/drawing/2014/main" id="{248FC48A-0018-496A-8D47-A1D74812A1E0}"/>
              </a:ext>
            </a:extLst>
          </p:cNvPr>
          <p:cNvSpPr/>
          <p:nvPr/>
        </p:nvSpPr>
        <p:spPr>
          <a:xfrm rot="10649592">
            <a:off x="583024" y="4566915"/>
            <a:ext cx="3140395" cy="1236144"/>
          </a:xfrm>
          <a:prstGeom prst="arc">
            <a:avLst>
              <a:gd name="adj1" fmla="val 18695963"/>
              <a:gd name="adj2" fmla="val 69741"/>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IN"/>
          </a:p>
        </p:txBody>
      </p:sp>
      <p:cxnSp>
        <p:nvCxnSpPr>
          <p:cNvPr id="15" name="Straight Arrow Connector 14">
            <a:extLst>
              <a:ext uri="{FF2B5EF4-FFF2-40B4-BE49-F238E27FC236}">
                <a16:creationId xmlns:a16="http://schemas.microsoft.com/office/drawing/2014/main" id="{90E46F8D-CD59-4CC0-9811-79AA3BB03994}"/>
              </a:ext>
            </a:extLst>
          </p:cNvPr>
          <p:cNvCxnSpPr/>
          <p:nvPr/>
        </p:nvCxnSpPr>
        <p:spPr>
          <a:xfrm>
            <a:off x="899592" y="4790120"/>
            <a:ext cx="43204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DE50F725-F750-4654-B5CC-75EDC8170E36}"/>
              </a:ext>
            </a:extLst>
          </p:cNvPr>
          <p:cNvCxnSpPr>
            <a:cxnSpLocks/>
          </p:cNvCxnSpPr>
          <p:nvPr/>
        </p:nvCxnSpPr>
        <p:spPr>
          <a:xfrm>
            <a:off x="2612677" y="4720128"/>
            <a:ext cx="450741" cy="13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96972EF7-9ADD-41B8-A982-252D25828752}"/>
              </a:ext>
            </a:extLst>
          </p:cNvPr>
          <p:cNvCxnSpPr/>
          <p:nvPr/>
        </p:nvCxnSpPr>
        <p:spPr>
          <a:xfrm flipH="1">
            <a:off x="2267744" y="5200912"/>
            <a:ext cx="863743" cy="3812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5" name="TextBox 84">
            <a:extLst>
              <a:ext uri="{FF2B5EF4-FFF2-40B4-BE49-F238E27FC236}">
                <a16:creationId xmlns:a16="http://schemas.microsoft.com/office/drawing/2014/main" id="{F4975BC0-4F04-42AC-943E-5D7A67DADEF2}"/>
              </a:ext>
            </a:extLst>
          </p:cNvPr>
          <p:cNvSpPr txBox="1"/>
          <p:nvPr/>
        </p:nvSpPr>
        <p:spPr>
          <a:xfrm>
            <a:off x="301054" y="3845865"/>
            <a:ext cx="4572000" cy="302199"/>
          </a:xfrm>
          <a:prstGeom prst="rect">
            <a:avLst/>
          </a:prstGeom>
          <a:noFill/>
        </p:spPr>
        <p:txBody>
          <a:bodyPr wrap="square">
            <a:spAutoFit/>
          </a:bodyPr>
          <a:lstStyle/>
          <a:p>
            <a:pPr>
              <a:lnSpc>
                <a:spcPct val="140000"/>
              </a:lnSpc>
              <a:buFontTx/>
              <a:buNone/>
            </a:pPr>
            <a:r>
              <a:rPr lang="en-US" altLang="en-US" sz="1100" b="1" dirty="0">
                <a:solidFill>
                  <a:schemeClr val="tx1"/>
                </a:solidFill>
                <a:latin typeface="Arial" panose="020B0604020202020204" pitchFamily="34" charset="0"/>
                <a:ea typeface="굴림" panose="020B0600000101010101" pitchFamily="34" charset="-127"/>
                <a:cs typeface="Arial" panose="020B0604020202020204" pitchFamily="34" charset="0"/>
              </a:rPr>
              <a:t>Electronic Recharge:</a:t>
            </a:r>
          </a:p>
        </p:txBody>
      </p:sp>
    </p:spTree>
    <p:extLst>
      <p:ext uri="{BB962C8B-B14F-4D97-AF65-F5344CB8AC3E}">
        <p14:creationId xmlns:p14="http://schemas.microsoft.com/office/powerpoint/2010/main" val="885858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b="1" dirty="0"/>
              <a:t>Prepaid Revenue Cycle: Usage</a:t>
            </a:r>
          </a:p>
        </p:txBody>
      </p:sp>
      <p:sp>
        <p:nvSpPr>
          <p:cNvPr id="4" name="Date Placeholder 3"/>
          <p:cNvSpPr>
            <a:spLocks noGrp="1"/>
          </p:cNvSpPr>
          <p:nvPr>
            <p:ph type="dt" sz="half" idx="10"/>
          </p:nvPr>
        </p:nvSpPr>
        <p:spPr/>
        <p:txBody>
          <a:bodyPr/>
          <a:lstStyle/>
          <a:p>
            <a:r>
              <a:rPr lang="en-US" dirty="0"/>
              <a:t>Confidential</a:t>
            </a:r>
          </a:p>
        </p:txBody>
      </p:sp>
      <p:sp>
        <p:nvSpPr>
          <p:cNvPr id="5" name="Footer Placeholder 4"/>
          <p:cNvSpPr>
            <a:spLocks noGrp="1"/>
          </p:cNvSpPr>
          <p:nvPr>
            <p:ph type="ftr" sz="quarter" idx="11"/>
          </p:nvPr>
        </p:nvSpPr>
        <p:spPr/>
        <p:txBody>
          <a:bodyPr/>
          <a:lstStyle/>
          <a:p>
            <a:r>
              <a:rPr lang="en-US" dirty="0"/>
              <a:t>Reliance Jio Infocomm Limited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31" name="AutoShape 21">
            <a:extLst>
              <a:ext uri="{FF2B5EF4-FFF2-40B4-BE49-F238E27FC236}">
                <a16:creationId xmlns:a16="http://schemas.microsoft.com/office/drawing/2014/main" id="{49AF38F5-4860-43E7-9235-43CE66767DF6}"/>
              </a:ext>
            </a:extLst>
          </p:cNvPr>
          <p:cNvSpPr>
            <a:spLocks noChangeArrowheads="1"/>
          </p:cNvSpPr>
          <p:nvPr/>
        </p:nvSpPr>
        <p:spPr bwMode="auto">
          <a:xfrm>
            <a:off x="4114800" y="1295400"/>
            <a:ext cx="4191000" cy="914400"/>
          </a:xfrm>
          <a:prstGeom prst="roundRect">
            <a:avLst>
              <a:gd name="adj" fmla="val 0"/>
            </a:avLst>
          </a:prstGeom>
          <a:noFill/>
          <a:ln>
            <a:noFill/>
          </a:ln>
          <a:effectLst/>
          <a:extLst>
            <a:ext uri="{909E8E84-426E-40DD-AFC4-6F175D3DCCD1}">
              <a14:hiddenFill xmlns:a14="http://schemas.microsoft.com/office/drawing/2010/main">
                <a:solidFill>
                  <a:srgbClr val="777777">
                    <a:alpha val="33000"/>
                  </a:srgbClr>
                </a:solidFill>
              </a14:hiddenFill>
            </a:ext>
            <a:ext uri="{91240B29-F687-4F45-9708-019B960494DF}">
              <a14:hiddenLine xmlns:a14="http://schemas.microsoft.com/office/drawing/2010/main" w="3175" algn="ctr">
                <a:solidFill>
                  <a:srgbClr val="969696"/>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20000"/>
              </a:spcBef>
              <a:spcAft>
                <a:spcPct val="20000"/>
              </a:spcAft>
              <a:buChar char="•"/>
              <a:defRPr sz="1000">
                <a:solidFill>
                  <a:srgbClr val="B26F7E"/>
                </a:solidFill>
                <a:latin typeface="Arial" panose="020B0604020202020204" pitchFamily="34" charset="0"/>
              </a:defRPr>
            </a:lvl1pPr>
            <a:lvl2pPr marL="742950" indent="-285750">
              <a:lnSpc>
                <a:spcPct val="120000"/>
              </a:lnSpc>
              <a:spcBef>
                <a:spcPct val="20000"/>
              </a:spcBef>
              <a:spcAft>
                <a:spcPct val="20000"/>
              </a:spcAft>
              <a:buChar char="–"/>
              <a:defRPr sz="1000">
                <a:solidFill>
                  <a:srgbClr val="B26F7E"/>
                </a:solidFill>
                <a:latin typeface="Arial" panose="020B0604020202020204" pitchFamily="34" charset="0"/>
              </a:defRPr>
            </a:lvl2pPr>
            <a:lvl3pPr marL="1143000" indent="-228600">
              <a:lnSpc>
                <a:spcPct val="120000"/>
              </a:lnSpc>
              <a:spcBef>
                <a:spcPct val="20000"/>
              </a:spcBef>
              <a:spcAft>
                <a:spcPct val="20000"/>
              </a:spcAft>
              <a:buChar char="•"/>
              <a:defRPr sz="1000">
                <a:solidFill>
                  <a:srgbClr val="B26F7E"/>
                </a:solidFill>
                <a:latin typeface="Arial" panose="020B0604020202020204" pitchFamily="34" charset="0"/>
              </a:defRPr>
            </a:lvl3pPr>
            <a:lvl4pPr marL="1600200" indent="-228600">
              <a:lnSpc>
                <a:spcPct val="120000"/>
              </a:lnSpc>
              <a:spcBef>
                <a:spcPct val="20000"/>
              </a:spcBef>
              <a:spcAft>
                <a:spcPct val="20000"/>
              </a:spcAft>
              <a:buChar char="–"/>
              <a:defRPr sz="1000">
                <a:solidFill>
                  <a:srgbClr val="B26F7E"/>
                </a:solidFill>
                <a:latin typeface="Arial" panose="020B0604020202020204" pitchFamily="34" charset="0"/>
              </a:defRPr>
            </a:lvl4pPr>
            <a:lvl5pPr marL="2057400" indent="-228600">
              <a:lnSpc>
                <a:spcPct val="120000"/>
              </a:lnSpc>
              <a:spcBef>
                <a:spcPct val="20000"/>
              </a:spcBef>
              <a:spcAft>
                <a:spcPct val="20000"/>
              </a:spcAft>
              <a:buChar char="»"/>
              <a:defRPr sz="1000">
                <a:solidFill>
                  <a:srgbClr val="B26F7E"/>
                </a:solidFill>
                <a:latin typeface="Arial" panose="020B0604020202020204" pitchFamily="34" charset="0"/>
              </a:defRPr>
            </a:lvl5pPr>
            <a:lvl6pPr marL="2514600" indent="-228600" fontAlgn="base">
              <a:lnSpc>
                <a:spcPct val="120000"/>
              </a:lnSpc>
              <a:spcBef>
                <a:spcPct val="20000"/>
              </a:spcBef>
              <a:spcAft>
                <a:spcPct val="20000"/>
              </a:spcAft>
              <a:buChar char="»"/>
              <a:defRPr sz="1000">
                <a:solidFill>
                  <a:srgbClr val="B26F7E"/>
                </a:solidFill>
                <a:latin typeface="Arial" panose="020B0604020202020204" pitchFamily="34" charset="0"/>
              </a:defRPr>
            </a:lvl6pPr>
            <a:lvl7pPr marL="2971800" indent="-228600" fontAlgn="base">
              <a:lnSpc>
                <a:spcPct val="120000"/>
              </a:lnSpc>
              <a:spcBef>
                <a:spcPct val="20000"/>
              </a:spcBef>
              <a:spcAft>
                <a:spcPct val="20000"/>
              </a:spcAft>
              <a:buChar char="»"/>
              <a:defRPr sz="1000">
                <a:solidFill>
                  <a:srgbClr val="B26F7E"/>
                </a:solidFill>
                <a:latin typeface="Arial" panose="020B0604020202020204" pitchFamily="34" charset="0"/>
              </a:defRPr>
            </a:lvl7pPr>
            <a:lvl8pPr marL="3429000" indent="-228600" fontAlgn="base">
              <a:lnSpc>
                <a:spcPct val="120000"/>
              </a:lnSpc>
              <a:spcBef>
                <a:spcPct val="20000"/>
              </a:spcBef>
              <a:spcAft>
                <a:spcPct val="20000"/>
              </a:spcAft>
              <a:buChar char="»"/>
              <a:defRPr sz="1000">
                <a:solidFill>
                  <a:srgbClr val="B26F7E"/>
                </a:solidFill>
                <a:latin typeface="Arial" panose="020B0604020202020204" pitchFamily="34" charset="0"/>
              </a:defRPr>
            </a:lvl8pPr>
            <a:lvl9pPr marL="3886200" indent="-228600" fontAlgn="base">
              <a:lnSpc>
                <a:spcPct val="120000"/>
              </a:lnSpc>
              <a:spcBef>
                <a:spcPct val="20000"/>
              </a:spcBef>
              <a:spcAft>
                <a:spcPct val="20000"/>
              </a:spcAft>
              <a:buChar char="»"/>
              <a:defRPr sz="1000">
                <a:solidFill>
                  <a:srgbClr val="B26F7E"/>
                </a:solidFill>
                <a:latin typeface="Arial" panose="020B0604020202020204" pitchFamily="34" charset="0"/>
              </a:defRPr>
            </a:lvl9pPr>
          </a:lstStyle>
          <a:p>
            <a:pPr>
              <a:lnSpc>
                <a:spcPct val="140000"/>
              </a:lnSpc>
              <a:buFontTx/>
              <a:buNone/>
            </a:pPr>
            <a:r>
              <a:rPr lang="en-US" altLang="en-US" sz="1100" b="1" dirty="0">
                <a:solidFill>
                  <a:schemeClr val="tx1"/>
                </a:solidFill>
                <a:ea typeface="굴림" panose="020B0600000101010101" pitchFamily="34" charset="-127"/>
              </a:rPr>
              <a:t>Revenue Generation – Usage</a:t>
            </a:r>
          </a:p>
          <a:p>
            <a:pPr>
              <a:lnSpc>
                <a:spcPct val="140000"/>
              </a:lnSpc>
              <a:buFontTx/>
              <a:buNone/>
            </a:pPr>
            <a:r>
              <a:rPr lang="en-US" altLang="en-US" sz="1100" dirty="0">
                <a:solidFill>
                  <a:schemeClr val="tx1"/>
                </a:solidFill>
                <a:ea typeface="굴림" panose="020B0600000101010101" pitchFamily="34" charset="-127"/>
              </a:rPr>
              <a:t>Let’s assume a prepaid subscriber A makes a call to another subscriber B.</a:t>
            </a:r>
          </a:p>
        </p:txBody>
      </p:sp>
      <p:sp>
        <p:nvSpPr>
          <p:cNvPr id="32" name="AutoShape 64">
            <a:extLst>
              <a:ext uri="{FF2B5EF4-FFF2-40B4-BE49-F238E27FC236}">
                <a16:creationId xmlns:a16="http://schemas.microsoft.com/office/drawing/2014/main" id="{B87B926B-102B-43CA-A29B-006059D18346}"/>
              </a:ext>
            </a:extLst>
          </p:cNvPr>
          <p:cNvSpPr>
            <a:spLocks noChangeArrowheads="1"/>
          </p:cNvSpPr>
          <p:nvPr/>
        </p:nvSpPr>
        <p:spPr bwMode="auto">
          <a:xfrm>
            <a:off x="4114800" y="2286000"/>
            <a:ext cx="4191000" cy="2209800"/>
          </a:xfrm>
          <a:prstGeom prst="roundRect">
            <a:avLst>
              <a:gd name="adj" fmla="val 0"/>
            </a:avLst>
          </a:prstGeom>
          <a:noFill/>
          <a:ln>
            <a:noFill/>
          </a:ln>
          <a:effectLst/>
          <a:extLst>
            <a:ext uri="{909E8E84-426E-40DD-AFC4-6F175D3DCCD1}">
              <a14:hiddenFill xmlns:a14="http://schemas.microsoft.com/office/drawing/2010/main">
                <a:solidFill>
                  <a:srgbClr val="777777">
                    <a:alpha val="33000"/>
                  </a:srgbClr>
                </a:solidFill>
              </a14:hiddenFill>
            </a:ext>
            <a:ext uri="{91240B29-F687-4F45-9708-019B960494DF}">
              <a14:hiddenLine xmlns:a14="http://schemas.microsoft.com/office/drawing/2010/main" w="3175" algn="ctr">
                <a:solidFill>
                  <a:srgbClr val="969696"/>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spcAft>
                <a:spcPct val="20000"/>
              </a:spcAft>
              <a:buChar char="•"/>
              <a:defRPr sz="1000">
                <a:solidFill>
                  <a:srgbClr val="B26F7E"/>
                </a:solidFill>
                <a:latin typeface="Arial" panose="020B0604020202020204" pitchFamily="34" charset="0"/>
              </a:defRPr>
            </a:lvl1pPr>
            <a:lvl2pPr marL="742950" indent="-285750">
              <a:lnSpc>
                <a:spcPct val="120000"/>
              </a:lnSpc>
              <a:spcBef>
                <a:spcPct val="20000"/>
              </a:spcBef>
              <a:spcAft>
                <a:spcPct val="20000"/>
              </a:spcAft>
              <a:buChar char="–"/>
              <a:defRPr sz="1000">
                <a:solidFill>
                  <a:srgbClr val="B26F7E"/>
                </a:solidFill>
                <a:latin typeface="Arial" panose="020B0604020202020204" pitchFamily="34" charset="0"/>
              </a:defRPr>
            </a:lvl2pPr>
            <a:lvl3pPr marL="1143000" indent="-228600">
              <a:lnSpc>
                <a:spcPct val="120000"/>
              </a:lnSpc>
              <a:spcBef>
                <a:spcPct val="20000"/>
              </a:spcBef>
              <a:spcAft>
                <a:spcPct val="20000"/>
              </a:spcAft>
              <a:buChar char="•"/>
              <a:defRPr sz="1000">
                <a:solidFill>
                  <a:srgbClr val="B26F7E"/>
                </a:solidFill>
                <a:latin typeface="Arial" panose="020B0604020202020204" pitchFamily="34" charset="0"/>
              </a:defRPr>
            </a:lvl3pPr>
            <a:lvl4pPr marL="1600200" indent="-228600">
              <a:lnSpc>
                <a:spcPct val="120000"/>
              </a:lnSpc>
              <a:spcBef>
                <a:spcPct val="20000"/>
              </a:spcBef>
              <a:spcAft>
                <a:spcPct val="20000"/>
              </a:spcAft>
              <a:buChar char="–"/>
              <a:defRPr sz="1000">
                <a:solidFill>
                  <a:srgbClr val="B26F7E"/>
                </a:solidFill>
                <a:latin typeface="Arial" panose="020B0604020202020204" pitchFamily="34" charset="0"/>
              </a:defRPr>
            </a:lvl4pPr>
            <a:lvl5pPr marL="2057400" indent="-228600">
              <a:lnSpc>
                <a:spcPct val="120000"/>
              </a:lnSpc>
              <a:spcBef>
                <a:spcPct val="20000"/>
              </a:spcBef>
              <a:spcAft>
                <a:spcPct val="20000"/>
              </a:spcAft>
              <a:buChar char="»"/>
              <a:defRPr sz="1000">
                <a:solidFill>
                  <a:srgbClr val="B26F7E"/>
                </a:solidFill>
                <a:latin typeface="Arial" panose="020B0604020202020204" pitchFamily="34" charset="0"/>
              </a:defRPr>
            </a:lvl5pPr>
            <a:lvl6pPr marL="2514600" indent="-228600" fontAlgn="base">
              <a:lnSpc>
                <a:spcPct val="120000"/>
              </a:lnSpc>
              <a:spcBef>
                <a:spcPct val="20000"/>
              </a:spcBef>
              <a:spcAft>
                <a:spcPct val="20000"/>
              </a:spcAft>
              <a:buChar char="»"/>
              <a:defRPr sz="1000">
                <a:solidFill>
                  <a:srgbClr val="B26F7E"/>
                </a:solidFill>
                <a:latin typeface="Arial" panose="020B0604020202020204" pitchFamily="34" charset="0"/>
              </a:defRPr>
            </a:lvl6pPr>
            <a:lvl7pPr marL="2971800" indent="-228600" fontAlgn="base">
              <a:lnSpc>
                <a:spcPct val="120000"/>
              </a:lnSpc>
              <a:spcBef>
                <a:spcPct val="20000"/>
              </a:spcBef>
              <a:spcAft>
                <a:spcPct val="20000"/>
              </a:spcAft>
              <a:buChar char="»"/>
              <a:defRPr sz="1000">
                <a:solidFill>
                  <a:srgbClr val="B26F7E"/>
                </a:solidFill>
                <a:latin typeface="Arial" panose="020B0604020202020204" pitchFamily="34" charset="0"/>
              </a:defRPr>
            </a:lvl7pPr>
            <a:lvl8pPr marL="3429000" indent="-228600" fontAlgn="base">
              <a:lnSpc>
                <a:spcPct val="120000"/>
              </a:lnSpc>
              <a:spcBef>
                <a:spcPct val="20000"/>
              </a:spcBef>
              <a:spcAft>
                <a:spcPct val="20000"/>
              </a:spcAft>
              <a:buChar char="»"/>
              <a:defRPr sz="1000">
                <a:solidFill>
                  <a:srgbClr val="B26F7E"/>
                </a:solidFill>
                <a:latin typeface="Arial" panose="020B0604020202020204" pitchFamily="34" charset="0"/>
              </a:defRPr>
            </a:lvl8pPr>
            <a:lvl9pPr marL="3886200" indent="-228600" fontAlgn="base">
              <a:lnSpc>
                <a:spcPct val="120000"/>
              </a:lnSpc>
              <a:spcBef>
                <a:spcPct val="20000"/>
              </a:spcBef>
              <a:spcAft>
                <a:spcPct val="20000"/>
              </a:spcAft>
              <a:buChar char="»"/>
              <a:defRPr sz="1000">
                <a:solidFill>
                  <a:srgbClr val="B26F7E"/>
                </a:solidFill>
                <a:latin typeface="Arial" panose="020B0604020202020204" pitchFamily="34" charset="0"/>
              </a:defRPr>
            </a:lvl9pPr>
          </a:lstStyle>
          <a:p>
            <a:pPr>
              <a:lnSpc>
                <a:spcPct val="140000"/>
              </a:lnSpc>
              <a:buFontTx/>
              <a:buBlip>
                <a:blip r:embed="rId3"/>
              </a:buBlip>
            </a:pPr>
            <a:r>
              <a:rPr lang="en-US" altLang="en-US" sz="1100">
                <a:solidFill>
                  <a:schemeClr val="tx1"/>
                </a:solidFill>
                <a:ea typeface="굴림" panose="020B0600000101010101" pitchFamily="34" charset="-127"/>
              </a:rPr>
              <a:t>Call from Subscriber A’s mobile station is routed to MSC vis BTS and BSC. </a:t>
            </a:r>
          </a:p>
          <a:p>
            <a:pPr>
              <a:lnSpc>
                <a:spcPct val="140000"/>
              </a:lnSpc>
              <a:buFontTx/>
              <a:buBlip>
                <a:blip r:embed="rId3"/>
              </a:buBlip>
            </a:pPr>
            <a:r>
              <a:rPr lang="en-US" altLang="en-US" sz="1100">
                <a:solidFill>
                  <a:schemeClr val="tx1"/>
                </a:solidFill>
                <a:ea typeface="굴림" panose="020B0600000101010101" pitchFamily="34" charset="-127"/>
              </a:rPr>
              <a:t>MSC verifies with the HLR to determine subscriber’s details.</a:t>
            </a:r>
          </a:p>
          <a:p>
            <a:pPr>
              <a:lnSpc>
                <a:spcPct val="140000"/>
              </a:lnSpc>
              <a:buFontTx/>
              <a:buBlip>
                <a:blip r:embed="rId3"/>
              </a:buBlip>
            </a:pPr>
            <a:r>
              <a:rPr lang="en-US" altLang="en-US" sz="1100">
                <a:solidFill>
                  <a:schemeClr val="tx1"/>
                </a:solidFill>
                <a:ea typeface="굴림" panose="020B0600000101010101" pitchFamily="34" charset="-127"/>
              </a:rPr>
              <a:t>HLR informs MSC about the prepaid status of the Subscriber A (Existence of prepaid flag in HLR indicates that the subscriber is a prepaid subscriber).</a:t>
            </a:r>
          </a:p>
          <a:p>
            <a:pPr>
              <a:lnSpc>
                <a:spcPct val="140000"/>
              </a:lnSpc>
              <a:buFontTx/>
              <a:buBlip>
                <a:blip r:embed="rId3"/>
              </a:buBlip>
            </a:pPr>
            <a:r>
              <a:rPr lang="en-US" altLang="en-US" sz="1100">
                <a:solidFill>
                  <a:schemeClr val="tx1"/>
                </a:solidFill>
                <a:ea typeface="굴림" panose="020B0600000101010101" pitchFamily="34" charset="-127"/>
              </a:rPr>
              <a:t>MSC then forwards the call to IN to determine if Subscriber A has sufficient balance to make the call.</a:t>
            </a:r>
          </a:p>
        </p:txBody>
      </p:sp>
      <p:sp>
        <p:nvSpPr>
          <p:cNvPr id="33" name="Rectangle 90">
            <a:extLst>
              <a:ext uri="{FF2B5EF4-FFF2-40B4-BE49-F238E27FC236}">
                <a16:creationId xmlns:a16="http://schemas.microsoft.com/office/drawing/2014/main" id="{AE4FF8C1-2ABF-4D4B-A9D3-C8690EEBE87A}"/>
              </a:ext>
            </a:extLst>
          </p:cNvPr>
          <p:cNvSpPr>
            <a:spLocks noChangeArrowheads="1"/>
          </p:cNvSpPr>
          <p:nvPr/>
        </p:nvSpPr>
        <p:spPr bwMode="auto">
          <a:xfrm>
            <a:off x="4114800" y="4619625"/>
            <a:ext cx="4495800" cy="56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spcBef>
                <a:spcPct val="20000"/>
              </a:spcBef>
              <a:spcAft>
                <a:spcPct val="20000"/>
              </a:spcAft>
            </a:pPr>
            <a:r>
              <a:rPr lang="en-US" altLang="en-US" sz="1100" b="1"/>
              <a:t>Lets recall here that IN is like a nucleus in this set up containing data pertaining to charging and services to be offered.</a:t>
            </a:r>
            <a:r>
              <a:rPr lang="en-US" altLang="en-US" sz="1100"/>
              <a:t> </a:t>
            </a:r>
          </a:p>
        </p:txBody>
      </p:sp>
      <p:sp>
        <p:nvSpPr>
          <p:cNvPr id="34" name="AutoShape 91">
            <a:extLst>
              <a:ext uri="{FF2B5EF4-FFF2-40B4-BE49-F238E27FC236}">
                <a16:creationId xmlns:a16="http://schemas.microsoft.com/office/drawing/2014/main" id="{6F39AF15-A8A3-48F4-999D-EDE63AEF021B}"/>
              </a:ext>
            </a:extLst>
          </p:cNvPr>
          <p:cNvSpPr>
            <a:spLocks noChangeArrowheads="1"/>
          </p:cNvSpPr>
          <p:nvPr/>
        </p:nvSpPr>
        <p:spPr bwMode="auto">
          <a:xfrm>
            <a:off x="4114800" y="5181600"/>
            <a:ext cx="4191000" cy="1143000"/>
          </a:xfrm>
          <a:prstGeom prst="roundRect">
            <a:avLst>
              <a:gd name="adj" fmla="val 0"/>
            </a:avLst>
          </a:prstGeom>
          <a:noFill/>
          <a:ln>
            <a:noFill/>
          </a:ln>
          <a:effectLst/>
          <a:extLst>
            <a:ext uri="{909E8E84-426E-40DD-AFC4-6F175D3DCCD1}">
              <a14:hiddenFill xmlns:a14="http://schemas.microsoft.com/office/drawing/2010/main">
                <a:solidFill>
                  <a:srgbClr val="777777">
                    <a:alpha val="33000"/>
                  </a:srgbClr>
                </a:solidFill>
              </a14:hiddenFill>
            </a:ext>
            <a:ext uri="{91240B29-F687-4F45-9708-019B960494DF}">
              <a14:hiddenLine xmlns:a14="http://schemas.microsoft.com/office/drawing/2010/main" w="3175" algn="ctr">
                <a:solidFill>
                  <a:srgbClr val="969696"/>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spcAft>
                <a:spcPct val="20000"/>
              </a:spcAft>
              <a:buChar char="•"/>
              <a:defRPr sz="1000">
                <a:solidFill>
                  <a:srgbClr val="B26F7E"/>
                </a:solidFill>
                <a:latin typeface="Arial" panose="020B0604020202020204" pitchFamily="34" charset="0"/>
              </a:defRPr>
            </a:lvl1pPr>
            <a:lvl2pPr marL="742950" indent="-285750">
              <a:lnSpc>
                <a:spcPct val="120000"/>
              </a:lnSpc>
              <a:spcBef>
                <a:spcPct val="20000"/>
              </a:spcBef>
              <a:spcAft>
                <a:spcPct val="20000"/>
              </a:spcAft>
              <a:buChar char="–"/>
              <a:defRPr sz="1000">
                <a:solidFill>
                  <a:srgbClr val="B26F7E"/>
                </a:solidFill>
                <a:latin typeface="Arial" panose="020B0604020202020204" pitchFamily="34" charset="0"/>
              </a:defRPr>
            </a:lvl2pPr>
            <a:lvl3pPr marL="1143000" indent="-228600">
              <a:lnSpc>
                <a:spcPct val="120000"/>
              </a:lnSpc>
              <a:spcBef>
                <a:spcPct val="20000"/>
              </a:spcBef>
              <a:spcAft>
                <a:spcPct val="20000"/>
              </a:spcAft>
              <a:buChar char="•"/>
              <a:defRPr sz="1000">
                <a:solidFill>
                  <a:srgbClr val="B26F7E"/>
                </a:solidFill>
                <a:latin typeface="Arial" panose="020B0604020202020204" pitchFamily="34" charset="0"/>
              </a:defRPr>
            </a:lvl3pPr>
            <a:lvl4pPr marL="1600200" indent="-228600">
              <a:lnSpc>
                <a:spcPct val="120000"/>
              </a:lnSpc>
              <a:spcBef>
                <a:spcPct val="20000"/>
              </a:spcBef>
              <a:spcAft>
                <a:spcPct val="20000"/>
              </a:spcAft>
              <a:buChar char="–"/>
              <a:defRPr sz="1000">
                <a:solidFill>
                  <a:srgbClr val="B26F7E"/>
                </a:solidFill>
                <a:latin typeface="Arial" panose="020B0604020202020204" pitchFamily="34" charset="0"/>
              </a:defRPr>
            </a:lvl4pPr>
            <a:lvl5pPr marL="2057400" indent="-228600">
              <a:lnSpc>
                <a:spcPct val="120000"/>
              </a:lnSpc>
              <a:spcBef>
                <a:spcPct val="20000"/>
              </a:spcBef>
              <a:spcAft>
                <a:spcPct val="20000"/>
              </a:spcAft>
              <a:buChar char="»"/>
              <a:defRPr sz="1000">
                <a:solidFill>
                  <a:srgbClr val="B26F7E"/>
                </a:solidFill>
                <a:latin typeface="Arial" panose="020B0604020202020204" pitchFamily="34" charset="0"/>
              </a:defRPr>
            </a:lvl5pPr>
            <a:lvl6pPr marL="2514600" indent="-228600" fontAlgn="base">
              <a:lnSpc>
                <a:spcPct val="120000"/>
              </a:lnSpc>
              <a:spcBef>
                <a:spcPct val="20000"/>
              </a:spcBef>
              <a:spcAft>
                <a:spcPct val="20000"/>
              </a:spcAft>
              <a:buChar char="»"/>
              <a:defRPr sz="1000">
                <a:solidFill>
                  <a:srgbClr val="B26F7E"/>
                </a:solidFill>
                <a:latin typeface="Arial" panose="020B0604020202020204" pitchFamily="34" charset="0"/>
              </a:defRPr>
            </a:lvl6pPr>
            <a:lvl7pPr marL="2971800" indent="-228600" fontAlgn="base">
              <a:lnSpc>
                <a:spcPct val="120000"/>
              </a:lnSpc>
              <a:spcBef>
                <a:spcPct val="20000"/>
              </a:spcBef>
              <a:spcAft>
                <a:spcPct val="20000"/>
              </a:spcAft>
              <a:buChar char="»"/>
              <a:defRPr sz="1000">
                <a:solidFill>
                  <a:srgbClr val="B26F7E"/>
                </a:solidFill>
                <a:latin typeface="Arial" panose="020B0604020202020204" pitchFamily="34" charset="0"/>
              </a:defRPr>
            </a:lvl7pPr>
            <a:lvl8pPr marL="3429000" indent="-228600" fontAlgn="base">
              <a:lnSpc>
                <a:spcPct val="120000"/>
              </a:lnSpc>
              <a:spcBef>
                <a:spcPct val="20000"/>
              </a:spcBef>
              <a:spcAft>
                <a:spcPct val="20000"/>
              </a:spcAft>
              <a:buChar char="»"/>
              <a:defRPr sz="1000">
                <a:solidFill>
                  <a:srgbClr val="B26F7E"/>
                </a:solidFill>
                <a:latin typeface="Arial" panose="020B0604020202020204" pitchFamily="34" charset="0"/>
              </a:defRPr>
            </a:lvl8pPr>
            <a:lvl9pPr marL="3886200" indent="-228600" fontAlgn="base">
              <a:lnSpc>
                <a:spcPct val="120000"/>
              </a:lnSpc>
              <a:spcBef>
                <a:spcPct val="20000"/>
              </a:spcBef>
              <a:spcAft>
                <a:spcPct val="20000"/>
              </a:spcAft>
              <a:buChar char="»"/>
              <a:defRPr sz="1000">
                <a:solidFill>
                  <a:srgbClr val="B26F7E"/>
                </a:solidFill>
                <a:latin typeface="Arial" panose="020B0604020202020204" pitchFamily="34" charset="0"/>
              </a:defRPr>
            </a:lvl9pPr>
          </a:lstStyle>
          <a:p>
            <a:pPr>
              <a:lnSpc>
                <a:spcPct val="140000"/>
              </a:lnSpc>
              <a:buFontTx/>
              <a:buBlip>
                <a:blip r:embed="rId3"/>
              </a:buBlip>
            </a:pPr>
            <a:r>
              <a:rPr lang="en-US" altLang="en-US" sz="1100">
                <a:solidFill>
                  <a:schemeClr val="tx1"/>
                </a:solidFill>
                <a:ea typeface="굴림" panose="020B0600000101010101" pitchFamily="34" charset="-127"/>
              </a:rPr>
              <a:t>IN confirms the available balance to the MSC:</a:t>
            </a:r>
          </a:p>
          <a:p>
            <a:pPr lvl="1">
              <a:lnSpc>
                <a:spcPct val="140000"/>
              </a:lnSpc>
            </a:pPr>
            <a:r>
              <a:rPr lang="en-US" altLang="en-US" sz="1100">
                <a:solidFill>
                  <a:schemeClr val="tx1"/>
                </a:solidFill>
                <a:ea typeface="굴림" panose="020B0600000101010101" pitchFamily="34" charset="-127"/>
              </a:rPr>
              <a:t>Call is established in case of availability of sufficient balance, </a:t>
            </a:r>
          </a:p>
          <a:p>
            <a:pPr lvl="1">
              <a:lnSpc>
                <a:spcPct val="140000"/>
              </a:lnSpc>
            </a:pPr>
            <a:r>
              <a:rPr lang="en-US" altLang="en-US" sz="1100">
                <a:solidFill>
                  <a:schemeClr val="tx1"/>
                </a:solidFill>
                <a:ea typeface="굴림" panose="020B0600000101010101" pitchFamily="34" charset="-127"/>
              </a:rPr>
              <a:t>Else it is disconnected by the MSC.</a:t>
            </a:r>
          </a:p>
        </p:txBody>
      </p:sp>
      <p:grpSp>
        <p:nvGrpSpPr>
          <p:cNvPr id="35" name="Group 47">
            <a:extLst>
              <a:ext uri="{FF2B5EF4-FFF2-40B4-BE49-F238E27FC236}">
                <a16:creationId xmlns:a16="http://schemas.microsoft.com/office/drawing/2014/main" id="{47D0BF5F-90DE-454E-A77C-C06FD36FCF40}"/>
              </a:ext>
            </a:extLst>
          </p:cNvPr>
          <p:cNvGrpSpPr>
            <a:grpSpLocks/>
          </p:cNvGrpSpPr>
          <p:nvPr/>
        </p:nvGrpSpPr>
        <p:grpSpPr bwMode="auto">
          <a:xfrm>
            <a:off x="303232" y="2024063"/>
            <a:ext cx="841375" cy="750888"/>
            <a:chOff x="1248" y="1160"/>
            <a:chExt cx="530" cy="473"/>
          </a:xfrm>
        </p:grpSpPr>
        <p:sp>
          <p:nvSpPr>
            <p:cNvPr id="36" name="AutoShape 43">
              <a:extLst>
                <a:ext uri="{FF2B5EF4-FFF2-40B4-BE49-F238E27FC236}">
                  <a16:creationId xmlns:a16="http://schemas.microsoft.com/office/drawing/2014/main" id="{F6A6B0D6-D49C-4780-9DE4-A39100531575}"/>
                </a:ext>
              </a:extLst>
            </p:cNvPr>
            <p:cNvSpPr>
              <a:spLocks noChangeArrowheads="1"/>
            </p:cNvSpPr>
            <p:nvPr/>
          </p:nvSpPr>
          <p:spPr bwMode="auto">
            <a:xfrm>
              <a:off x="1248" y="1160"/>
              <a:ext cx="530" cy="472"/>
            </a:xfrm>
            <a:prstGeom prst="hexagon">
              <a:avLst>
                <a:gd name="adj" fmla="val 28072"/>
                <a:gd name="vf" fmla="val 115470"/>
              </a:avLst>
            </a:prstGeom>
            <a:solidFill>
              <a:srgbClr val="336699"/>
            </a:solidFill>
            <a:ln w="9525">
              <a:solidFill>
                <a:srgbClr val="B2B2B2"/>
              </a:solidFill>
              <a:miter lim="800000"/>
              <a:headEnd/>
              <a:tailEnd/>
            </a:ln>
            <a:effectLst>
              <a:outerShdw dist="35921" dir="2700000" algn="ctr" rotWithShape="0">
                <a:schemeClr val="bg2"/>
              </a:outerShdw>
            </a:effectLst>
          </p:spPr>
          <p:txBody>
            <a:bodyPr wrap="none" anchor="b"/>
            <a:lstStyle/>
            <a:p>
              <a:pPr algn="ctr"/>
              <a:endParaRPr lang="en-US" altLang="en-US" sz="500">
                <a:cs typeface="Arial" panose="020B0604020202020204" pitchFamily="34" charset="0"/>
              </a:endParaRPr>
            </a:p>
          </p:txBody>
        </p:sp>
        <p:pic>
          <p:nvPicPr>
            <p:cNvPr id="37" name="Picture 44">
              <a:hlinkClick r:id="rId4"/>
              <a:extLst>
                <a:ext uri="{FF2B5EF4-FFF2-40B4-BE49-F238E27FC236}">
                  <a16:creationId xmlns:a16="http://schemas.microsoft.com/office/drawing/2014/main" id="{53F8103D-DDA6-4763-8C7F-623DE46DAE02}"/>
                </a:ext>
              </a:extLst>
            </p:cNvPr>
            <p:cNvPicPr>
              <a:picLocks noChangeAspect="1" noChangeArrowheads="1"/>
            </p:cNvPicPr>
            <p:nvPr/>
          </p:nvPicPr>
          <p:blipFill>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369" y="1248"/>
              <a:ext cx="119" cy="14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5">
              <a:extLst>
                <a:ext uri="{FF2B5EF4-FFF2-40B4-BE49-F238E27FC236}">
                  <a16:creationId xmlns:a16="http://schemas.microsoft.com/office/drawing/2014/main" id="{0B92925C-27CA-46EE-AF0F-C5C5CDBA7E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518" y="1200"/>
              <a:ext cx="6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Text Box 46">
              <a:extLst>
                <a:ext uri="{FF2B5EF4-FFF2-40B4-BE49-F238E27FC236}">
                  <a16:creationId xmlns:a16="http://schemas.microsoft.com/office/drawing/2014/main" id="{E9A1F537-720B-4242-9B8E-72C7ACB951FF}"/>
                </a:ext>
              </a:extLst>
            </p:cNvPr>
            <p:cNvSpPr txBox="1">
              <a:spLocks noChangeArrowheads="1"/>
            </p:cNvSpPr>
            <p:nvPr/>
          </p:nvSpPr>
          <p:spPr bwMode="auto">
            <a:xfrm>
              <a:off x="1436" y="1497"/>
              <a:ext cx="215" cy="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t>BTS</a:t>
              </a:r>
            </a:p>
          </p:txBody>
        </p:sp>
      </p:grpSp>
      <p:graphicFrame>
        <p:nvGraphicFramePr>
          <p:cNvPr id="40" name="Object 48">
            <a:extLst>
              <a:ext uri="{FF2B5EF4-FFF2-40B4-BE49-F238E27FC236}">
                <a16:creationId xmlns:a16="http://schemas.microsoft.com/office/drawing/2014/main" id="{AEFC6CB6-5640-4BA9-8BBF-B29365B90735}"/>
              </a:ext>
            </a:extLst>
          </p:cNvPr>
          <p:cNvGraphicFramePr>
            <a:graphicFrameLocks/>
          </p:cNvGraphicFramePr>
          <p:nvPr>
            <p:extLst>
              <p:ext uri="{D42A27DB-BD31-4B8C-83A1-F6EECF244321}">
                <p14:modId xmlns:p14="http://schemas.microsoft.com/office/powerpoint/2010/main" val="2626751753"/>
              </p:ext>
            </p:extLst>
          </p:nvPr>
        </p:nvGraphicFramePr>
        <p:xfrm>
          <a:off x="1751032" y="2087562"/>
          <a:ext cx="381000" cy="685800"/>
        </p:xfrm>
        <a:graphic>
          <a:graphicData uri="http://schemas.openxmlformats.org/presentationml/2006/ole">
            <mc:AlternateContent xmlns:mc="http://schemas.openxmlformats.org/markup-compatibility/2006">
              <mc:Choice xmlns:v="urn:schemas-microsoft-com:vml" Requires="v">
                <p:oleObj name="Clip" r:id="rId7" imgW="847440" imgH="1176120" progId="MS_ClipArt_Gallery.2">
                  <p:embed/>
                </p:oleObj>
              </mc:Choice>
              <mc:Fallback>
                <p:oleObj name="Clip" r:id="rId7" imgW="847440" imgH="1176120" progId="MS_ClipArt_Gallery.2">
                  <p:embed/>
                  <p:pic>
                    <p:nvPicPr>
                      <p:cNvPr id="40" name="Object 48">
                        <a:extLst>
                          <a:ext uri="{FF2B5EF4-FFF2-40B4-BE49-F238E27FC236}">
                            <a16:creationId xmlns:a16="http://schemas.microsoft.com/office/drawing/2014/main" id="{AEFC6CB6-5640-4BA9-8BBF-B29365B90735}"/>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1032" y="2087562"/>
                        <a:ext cx="381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1" name="Picture 49">
            <a:extLst>
              <a:ext uri="{FF2B5EF4-FFF2-40B4-BE49-F238E27FC236}">
                <a16:creationId xmlns:a16="http://schemas.microsoft.com/office/drawing/2014/main" id="{07F63D16-165A-425F-BD3E-9AB760911C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1032" y="3421062"/>
            <a:ext cx="379413" cy="762000"/>
          </a:xfrm>
          <a:prstGeom prst="rect">
            <a:avLst/>
          </a:prstGeom>
          <a:noFill/>
          <a:extLst>
            <a:ext uri="{909E8E84-426E-40DD-AFC4-6F175D3DCCD1}">
              <a14:hiddenFill xmlns:a14="http://schemas.microsoft.com/office/drawing/2010/main">
                <a:solidFill>
                  <a:srgbClr val="FFFFFF"/>
                </a:solidFill>
              </a14:hiddenFill>
            </a:ext>
          </a:extLst>
        </p:spPr>
      </p:pic>
      <p:sp>
        <p:nvSpPr>
          <p:cNvPr id="42" name="AutoShape 50">
            <a:extLst>
              <a:ext uri="{FF2B5EF4-FFF2-40B4-BE49-F238E27FC236}">
                <a16:creationId xmlns:a16="http://schemas.microsoft.com/office/drawing/2014/main" id="{D11873D5-4D42-48A7-B1E0-675594C8977D}"/>
              </a:ext>
            </a:extLst>
          </p:cNvPr>
          <p:cNvSpPr>
            <a:spLocks noChangeArrowheads="1"/>
          </p:cNvSpPr>
          <p:nvPr/>
        </p:nvSpPr>
        <p:spPr bwMode="auto">
          <a:xfrm>
            <a:off x="1370032" y="3078162"/>
            <a:ext cx="271463" cy="280988"/>
          </a:xfrm>
          <a:prstGeom prst="can">
            <a:avLst>
              <a:gd name="adj" fmla="val 25877"/>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3" name="Text Box 51">
            <a:extLst>
              <a:ext uri="{FF2B5EF4-FFF2-40B4-BE49-F238E27FC236}">
                <a16:creationId xmlns:a16="http://schemas.microsoft.com/office/drawing/2014/main" id="{34F1F399-0CF0-47C4-83E1-3AE82E978E2C}"/>
              </a:ext>
            </a:extLst>
          </p:cNvPr>
          <p:cNvSpPr txBox="1">
            <a:spLocks noChangeArrowheads="1"/>
          </p:cNvSpPr>
          <p:nvPr/>
        </p:nvSpPr>
        <p:spPr bwMode="auto">
          <a:xfrm>
            <a:off x="1010200" y="3154362"/>
            <a:ext cx="34977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HLR</a:t>
            </a:r>
          </a:p>
        </p:txBody>
      </p:sp>
      <p:pic>
        <p:nvPicPr>
          <p:cNvPr id="44" name="Picture 54">
            <a:extLst>
              <a:ext uri="{FF2B5EF4-FFF2-40B4-BE49-F238E27FC236}">
                <a16:creationId xmlns:a16="http://schemas.microsoft.com/office/drawing/2014/main" id="{C098E140-263A-4F83-AC6D-D5E72EFC0922}"/>
              </a:ext>
            </a:extLst>
          </p:cNvPr>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232" y="3802062"/>
            <a:ext cx="417513" cy="533400"/>
          </a:xfrm>
          <a:prstGeom prst="rect">
            <a:avLst/>
          </a:prstGeom>
          <a:noFill/>
          <a:extLst>
            <a:ext uri="{909E8E84-426E-40DD-AFC4-6F175D3DCCD1}">
              <a14:hiddenFill xmlns:a14="http://schemas.microsoft.com/office/drawing/2010/main">
                <a:solidFill>
                  <a:srgbClr val="FFFFFF"/>
                </a:solidFill>
              </a14:hiddenFill>
            </a:ext>
          </a:extLst>
        </p:spPr>
      </p:pic>
      <p:sp>
        <p:nvSpPr>
          <p:cNvPr id="45" name="Text Box 55">
            <a:extLst>
              <a:ext uri="{FF2B5EF4-FFF2-40B4-BE49-F238E27FC236}">
                <a16:creationId xmlns:a16="http://schemas.microsoft.com/office/drawing/2014/main" id="{13D919C1-D986-408F-8838-D02179AA5C2F}"/>
              </a:ext>
            </a:extLst>
          </p:cNvPr>
          <p:cNvSpPr txBox="1">
            <a:spLocks noChangeArrowheads="1"/>
          </p:cNvSpPr>
          <p:nvPr/>
        </p:nvSpPr>
        <p:spPr bwMode="auto">
          <a:xfrm>
            <a:off x="760432" y="4335462"/>
            <a:ext cx="28575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IN</a:t>
            </a:r>
          </a:p>
        </p:txBody>
      </p:sp>
      <p:sp>
        <p:nvSpPr>
          <p:cNvPr id="46" name="Text Box 66">
            <a:extLst>
              <a:ext uri="{FF2B5EF4-FFF2-40B4-BE49-F238E27FC236}">
                <a16:creationId xmlns:a16="http://schemas.microsoft.com/office/drawing/2014/main" id="{07B2913E-1C93-474B-9806-AB5205040FB6}"/>
              </a:ext>
            </a:extLst>
          </p:cNvPr>
          <p:cNvSpPr txBox="1">
            <a:spLocks noChangeArrowheads="1"/>
          </p:cNvSpPr>
          <p:nvPr/>
        </p:nvSpPr>
        <p:spPr bwMode="auto">
          <a:xfrm>
            <a:off x="1777780" y="2773362"/>
            <a:ext cx="34496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BSC</a:t>
            </a:r>
          </a:p>
        </p:txBody>
      </p:sp>
      <p:sp>
        <p:nvSpPr>
          <p:cNvPr id="47" name="Text Box 67">
            <a:extLst>
              <a:ext uri="{FF2B5EF4-FFF2-40B4-BE49-F238E27FC236}">
                <a16:creationId xmlns:a16="http://schemas.microsoft.com/office/drawing/2014/main" id="{A76A6614-75E0-48AA-8ED0-95E500ED8DF6}"/>
              </a:ext>
            </a:extLst>
          </p:cNvPr>
          <p:cNvSpPr txBox="1">
            <a:spLocks noChangeArrowheads="1"/>
          </p:cNvSpPr>
          <p:nvPr/>
        </p:nvSpPr>
        <p:spPr bwMode="auto">
          <a:xfrm>
            <a:off x="1767306" y="4183062"/>
            <a:ext cx="37702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MSC</a:t>
            </a:r>
          </a:p>
        </p:txBody>
      </p:sp>
      <p:pic>
        <p:nvPicPr>
          <p:cNvPr id="48" name="Picture 68">
            <a:extLst>
              <a:ext uri="{FF2B5EF4-FFF2-40B4-BE49-F238E27FC236}">
                <a16:creationId xmlns:a16="http://schemas.microsoft.com/office/drawing/2014/main" id="{02501FF6-0E5B-4CDE-B0A2-6D04854092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5432" y="2925762"/>
            <a:ext cx="379413" cy="762000"/>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oup 69">
            <a:extLst>
              <a:ext uri="{FF2B5EF4-FFF2-40B4-BE49-F238E27FC236}">
                <a16:creationId xmlns:a16="http://schemas.microsoft.com/office/drawing/2014/main" id="{3825CA54-8C89-4EA8-901A-49600A9E7616}"/>
              </a:ext>
            </a:extLst>
          </p:cNvPr>
          <p:cNvGrpSpPr>
            <a:grpSpLocks/>
          </p:cNvGrpSpPr>
          <p:nvPr/>
        </p:nvGrpSpPr>
        <p:grpSpPr bwMode="auto">
          <a:xfrm>
            <a:off x="3198832" y="4678362"/>
            <a:ext cx="841375" cy="749300"/>
            <a:chOff x="1248" y="1160"/>
            <a:chExt cx="530" cy="472"/>
          </a:xfrm>
        </p:grpSpPr>
        <p:sp>
          <p:nvSpPr>
            <p:cNvPr id="50" name="AutoShape 70">
              <a:extLst>
                <a:ext uri="{FF2B5EF4-FFF2-40B4-BE49-F238E27FC236}">
                  <a16:creationId xmlns:a16="http://schemas.microsoft.com/office/drawing/2014/main" id="{242F42C4-E6E5-4052-AAAF-56CF51E17113}"/>
                </a:ext>
              </a:extLst>
            </p:cNvPr>
            <p:cNvSpPr>
              <a:spLocks noChangeArrowheads="1"/>
            </p:cNvSpPr>
            <p:nvPr/>
          </p:nvSpPr>
          <p:spPr bwMode="auto">
            <a:xfrm>
              <a:off x="1248" y="1160"/>
              <a:ext cx="530" cy="472"/>
            </a:xfrm>
            <a:prstGeom prst="hexagon">
              <a:avLst>
                <a:gd name="adj" fmla="val 28072"/>
                <a:gd name="vf" fmla="val 115470"/>
              </a:avLst>
            </a:prstGeom>
            <a:solidFill>
              <a:srgbClr val="336699"/>
            </a:solidFill>
            <a:ln w="9525" algn="ctr">
              <a:solidFill>
                <a:srgbClr val="B2B2B2"/>
              </a:solidFill>
              <a:miter lim="800000"/>
              <a:headEnd/>
              <a:tailEnd/>
            </a:ln>
            <a:effectLst>
              <a:outerShdw dist="35921" dir="2700000" algn="ctr" rotWithShape="0">
                <a:schemeClr val="bg2"/>
              </a:outerShdw>
            </a:effectLst>
          </p:spPr>
          <p:txBody>
            <a:bodyPr wrap="none" anchor="b"/>
            <a:lstStyle/>
            <a:p>
              <a:pPr algn="ctr"/>
              <a:endParaRPr lang="en-US" altLang="en-US" sz="500">
                <a:cs typeface="Arial" panose="020B0604020202020204" pitchFamily="34" charset="0"/>
              </a:endParaRPr>
            </a:p>
          </p:txBody>
        </p:sp>
        <p:pic>
          <p:nvPicPr>
            <p:cNvPr id="51" name="Picture 71">
              <a:hlinkClick r:id="rId4"/>
              <a:extLst>
                <a:ext uri="{FF2B5EF4-FFF2-40B4-BE49-F238E27FC236}">
                  <a16:creationId xmlns:a16="http://schemas.microsoft.com/office/drawing/2014/main" id="{29537983-2D0C-4A9A-AAC2-BC883E602C2B}"/>
                </a:ext>
              </a:extLst>
            </p:cNvPr>
            <p:cNvPicPr>
              <a:picLocks noChangeAspect="1" noChangeArrowheads="1"/>
            </p:cNvPicPr>
            <p:nvPr/>
          </p:nvPicPr>
          <p:blipFill>
            <a:blip r:embed="rId5">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369" y="1248"/>
              <a:ext cx="119" cy="144"/>
            </a:xfrm>
            <a:prstGeom prst="rect">
              <a:avLst/>
            </a:prstGeom>
            <a:solidFill>
              <a:srgbClr val="336699"/>
            </a:solidFill>
            <a:ln>
              <a:noFill/>
            </a:ln>
            <a:effectLst/>
            <a:extLs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72">
              <a:extLst>
                <a:ext uri="{FF2B5EF4-FFF2-40B4-BE49-F238E27FC236}">
                  <a16:creationId xmlns:a16="http://schemas.microsoft.com/office/drawing/2014/main" id="{9748FDAF-3FB3-4160-9BC4-F76E825374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1518" y="1200"/>
              <a:ext cx="66" cy="288"/>
            </a:xfrm>
            <a:prstGeom prst="rect">
              <a:avLst/>
            </a:prstGeom>
            <a:solidFill>
              <a:srgbClr val="336699"/>
            </a:solidFill>
            <a:ln>
              <a:noFill/>
            </a:ln>
            <a:effectLst/>
            <a:extLs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 name="Text Box 73">
              <a:extLst>
                <a:ext uri="{FF2B5EF4-FFF2-40B4-BE49-F238E27FC236}">
                  <a16:creationId xmlns:a16="http://schemas.microsoft.com/office/drawing/2014/main" id="{753FBD70-F2BF-474C-8698-79C1F0C7D134}"/>
                </a:ext>
              </a:extLst>
            </p:cNvPr>
            <p:cNvSpPr txBox="1">
              <a:spLocks noChangeArrowheads="1"/>
            </p:cNvSpPr>
            <p:nvPr/>
          </p:nvSpPr>
          <p:spPr bwMode="auto">
            <a:xfrm>
              <a:off x="1436" y="1497"/>
              <a:ext cx="244" cy="135"/>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p>
              <a:pPr algn="ctr"/>
              <a:r>
                <a:rPr lang="en-US" altLang="en-US" sz="800" b="1">
                  <a:cs typeface="Arial" panose="020B0604020202020204" pitchFamily="34" charset="0"/>
                </a:rPr>
                <a:t>BTS</a:t>
              </a:r>
            </a:p>
          </p:txBody>
        </p:sp>
      </p:grpSp>
      <p:graphicFrame>
        <p:nvGraphicFramePr>
          <p:cNvPr id="54" name="Object 74">
            <a:extLst>
              <a:ext uri="{FF2B5EF4-FFF2-40B4-BE49-F238E27FC236}">
                <a16:creationId xmlns:a16="http://schemas.microsoft.com/office/drawing/2014/main" id="{FE528658-0F54-43A4-87DF-D47DF766F1AA}"/>
              </a:ext>
            </a:extLst>
          </p:cNvPr>
          <p:cNvGraphicFramePr>
            <a:graphicFrameLocks/>
          </p:cNvGraphicFramePr>
          <p:nvPr>
            <p:extLst>
              <p:ext uri="{D42A27DB-BD31-4B8C-83A1-F6EECF244321}">
                <p14:modId xmlns:p14="http://schemas.microsoft.com/office/powerpoint/2010/main" val="466036077"/>
              </p:ext>
            </p:extLst>
          </p:nvPr>
        </p:nvGraphicFramePr>
        <p:xfrm>
          <a:off x="2743220" y="4159250"/>
          <a:ext cx="381000" cy="685800"/>
        </p:xfrm>
        <a:graphic>
          <a:graphicData uri="http://schemas.openxmlformats.org/presentationml/2006/ole">
            <mc:AlternateContent xmlns:mc="http://schemas.openxmlformats.org/markup-compatibility/2006">
              <mc:Choice xmlns:v="urn:schemas-microsoft-com:vml" Requires="v">
                <p:oleObj name="Clip" r:id="rId11" imgW="847440" imgH="1176120" progId="MS_ClipArt_Gallery.2">
                  <p:embed/>
                </p:oleObj>
              </mc:Choice>
              <mc:Fallback>
                <p:oleObj name="Clip" r:id="rId11" imgW="847440" imgH="1176120" progId="MS_ClipArt_Gallery.2">
                  <p:embed/>
                  <p:pic>
                    <p:nvPicPr>
                      <p:cNvPr id="54" name="Object 74">
                        <a:extLst>
                          <a:ext uri="{FF2B5EF4-FFF2-40B4-BE49-F238E27FC236}">
                            <a16:creationId xmlns:a16="http://schemas.microsoft.com/office/drawing/2014/main" id="{FE528658-0F54-43A4-87DF-D47DF766F1AA}"/>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43220" y="4159250"/>
                        <a:ext cx="381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 name="Text Box 75">
            <a:extLst>
              <a:ext uri="{FF2B5EF4-FFF2-40B4-BE49-F238E27FC236}">
                <a16:creationId xmlns:a16="http://schemas.microsoft.com/office/drawing/2014/main" id="{1CF95473-EADB-42A8-ACD8-37EF501C70E6}"/>
              </a:ext>
            </a:extLst>
          </p:cNvPr>
          <p:cNvSpPr txBox="1">
            <a:spLocks noChangeArrowheads="1"/>
          </p:cNvSpPr>
          <p:nvPr/>
        </p:nvSpPr>
        <p:spPr bwMode="auto">
          <a:xfrm>
            <a:off x="2768380" y="4845050"/>
            <a:ext cx="34496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BSC</a:t>
            </a:r>
          </a:p>
        </p:txBody>
      </p:sp>
      <p:sp>
        <p:nvSpPr>
          <p:cNvPr id="56" name="Line 78">
            <a:extLst>
              <a:ext uri="{FF2B5EF4-FFF2-40B4-BE49-F238E27FC236}">
                <a16:creationId xmlns:a16="http://schemas.microsoft.com/office/drawing/2014/main" id="{02E93E29-9217-48CE-B4A9-9D4A14940DA7}"/>
              </a:ext>
            </a:extLst>
          </p:cNvPr>
          <p:cNvSpPr>
            <a:spLocks noChangeShapeType="1"/>
          </p:cNvSpPr>
          <p:nvPr/>
        </p:nvSpPr>
        <p:spPr bwMode="auto">
          <a:xfrm>
            <a:off x="1217632" y="2392362"/>
            <a:ext cx="533400" cy="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7" name="Line 79">
            <a:extLst>
              <a:ext uri="{FF2B5EF4-FFF2-40B4-BE49-F238E27FC236}">
                <a16:creationId xmlns:a16="http://schemas.microsoft.com/office/drawing/2014/main" id="{FDCF3CC7-4F03-4E4F-AD8D-4F251BBA7214}"/>
              </a:ext>
            </a:extLst>
          </p:cNvPr>
          <p:cNvSpPr>
            <a:spLocks noChangeShapeType="1"/>
          </p:cNvSpPr>
          <p:nvPr/>
        </p:nvSpPr>
        <p:spPr bwMode="auto">
          <a:xfrm>
            <a:off x="2932132" y="3763962"/>
            <a:ext cx="0" cy="38100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8" name="Line 80">
            <a:extLst>
              <a:ext uri="{FF2B5EF4-FFF2-40B4-BE49-F238E27FC236}">
                <a16:creationId xmlns:a16="http://schemas.microsoft.com/office/drawing/2014/main" id="{0BE16023-24D2-4E73-8C83-B2B186BBC5B7}"/>
              </a:ext>
            </a:extLst>
          </p:cNvPr>
          <p:cNvSpPr>
            <a:spLocks noChangeShapeType="1"/>
          </p:cNvSpPr>
          <p:nvPr/>
        </p:nvSpPr>
        <p:spPr bwMode="auto">
          <a:xfrm>
            <a:off x="2208232" y="3611562"/>
            <a:ext cx="381000" cy="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9" name="Line 81">
            <a:extLst>
              <a:ext uri="{FF2B5EF4-FFF2-40B4-BE49-F238E27FC236}">
                <a16:creationId xmlns:a16="http://schemas.microsoft.com/office/drawing/2014/main" id="{131D57EB-54B5-48CE-881C-C9BF70F16F7D}"/>
              </a:ext>
            </a:extLst>
          </p:cNvPr>
          <p:cNvSpPr>
            <a:spLocks noChangeShapeType="1"/>
          </p:cNvSpPr>
          <p:nvPr/>
        </p:nvSpPr>
        <p:spPr bwMode="auto">
          <a:xfrm>
            <a:off x="3198832" y="4297362"/>
            <a:ext cx="304800" cy="30480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0" name="Line 82">
            <a:extLst>
              <a:ext uri="{FF2B5EF4-FFF2-40B4-BE49-F238E27FC236}">
                <a16:creationId xmlns:a16="http://schemas.microsoft.com/office/drawing/2014/main" id="{6E214D24-FDDD-4F6A-952D-30905E28EE1F}"/>
              </a:ext>
            </a:extLst>
          </p:cNvPr>
          <p:cNvSpPr>
            <a:spLocks noChangeShapeType="1"/>
          </p:cNvSpPr>
          <p:nvPr/>
        </p:nvSpPr>
        <p:spPr bwMode="auto">
          <a:xfrm>
            <a:off x="1979632" y="3001962"/>
            <a:ext cx="0" cy="38100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1" name="Line 83">
            <a:extLst>
              <a:ext uri="{FF2B5EF4-FFF2-40B4-BE49-F238E27FC236}">
                <a16:creationId xmlns:a16="http://schemas.microsoft.com/office/drawing/2014/main" id="{271783B8-930B-4AEA-BD6F-1FB2261F8D0E}"/>
              </a:ext>
            </a:extLst>
          </p:cNvPr>
          <p:cNvSpPr>
            <a:spLocks noChangeShapeType="1"/>
          </p:cNvSpPr>
          <p:nvPr/>
        </p:nvSpPr>
        <p:spPr bwMode="auto">
          <a:xfrm>
            <a:off x="1522432" y="3382962"/>
            <a:ext cx="228600" cy="228600"/>
          </a:xfrm>
          <a:prstGeom prst="line">
            <a:avLst/>
          </a:prstGeom>
          <a:noFill/>
          <a:ln w="38100">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2" name="Line 84">
            <a:extLst>
              <a:ext uri="{FF2B5EF4-FFF2-40B4-BE49-F238E27FC236}">
                <a16:creationId xmlns:a16="http://schemas.microsoft.com/office/drawing/2014/main" id="{AA992D92-7C22-482E-A091-AE3CBE5AA26F}"/>
              </a:ext>
            </a:extLst>
          </p:cNvPr>
          <p:cNvSpPr>
            <a:spLocks noChangeShapeType="1"/>
          </p:cNvSpPr>
          <p:nvPr/>
        </p:nvSpPr>
        <p:spPr bwMode="auto">
          <a:xfrm flipV="1">
            <a:off x="1141432" y="4144962"/>
            <a:ext cx="609600" cy="0"/>
          </a:xfrm>
          <a:prstGeom prst="line">
            <a:avLst/>
          </a:prstGeom>
          <a:noFill/>
          <a:ln w="38100">
            <a:solidFill>
              <a:srgbClr val="FFCC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3" name="Text Box 85">
            <a:extLst>
              <a:ext uri="{FF2B5EF4-FFF2-40B4-BE49-F238E27FC236}">
                <a16:creationId xmlns:a16="http://schemas.microsoft.com/office/drawing/2014/main" id="{E1613D31-A47C-4054-94B0-863B07FA2E5A}"/>
              </a:ext>
            </a:extLst>
          </p:cNvPr>
          <p:cNvSpPr txBox="1">
            <a:spLocks noChangeArrowheads="1"/>
          </p:cNvSpPr>
          <p:nvPr/>
        </p:nvSpPr>
        <p:spPr bwMode="auto">
          <a:xfrm>
            <a:off x="308228" y="2316162"/>
            <a:ext cx="24718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A</a:t>
            </a:r>
          </a:p>
        </p:txBody>
      </p:sp>
      <p:sp>
        <p:nvSpPr>
          <p:cNvPr id="64" name="Text Box 86">
            <a:extLst>
              <a:ext uri="{FF2B5EF4-FFF2-40B4-BE49-F238E27FC236}">
                <a16:creationId xmlns:a16="http://schemas.microsoft.com/office/drawing/2014/main" id="{DE384296-C45B-4271-B116-BEE919085AAD}"/>
              </a:ext>
            </a:extLst>
          </p:cNvPr>
          <p:cNvSpPr txBox="1">
            <a:spLocks noChangeArrowheads="1"/>
          </p:cNvSpPr>
          <p:nvPr/>
        </p:nvSpPr>
        <p:spPr bwMode="auto">
          <a:xfrm>
            <a:off x="3206232" y="4983162"/>
            <a:ext cx="24237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B</a:t>
            </a:r>
          </a:p>
        </p:txBody>
      </p:sp>
      <p:sp>
        <p:nvSpPr>
          <p:cNvPr id="65" name="Line 92">
            <a:extLst>
              <a:ext uri="{FF2B5EF4-FFF2-40B4-BE49-F238E27FC236}">
                <a16:creationId xmlns:a16="http://schemas.microsoft.com/office/drawing/2014/main" id="{BEABD376-BDA5-4BD4-8A30-866BE9D29C95}"/>
              </a:ext>
            </a:extLst>
          </p:cNvPr>
          <p:cNvSpPr>
            <a:spLocks noChangeShapeType="1"/>
          </p:cNvSpPr>
          <p:nvPr/>
        </p:nvSpPr>
        <p:spPr bwMode="auto">
          <a:xfrm rot="5400000" flipH="1">
            <a:off x="1522432" y="3535362"/>
            <a:ext cx="228600" cy="228600"/>
          </a:xfrm>
          <a:prstGeom prst="line">
            <a:avLst/>
          </a:prstGeom>
          <a:noFill/>
          <a:ln w="38100">
            <a:solidFill>
              <a:srgbClr val="FFCC66"/>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69" name="Line 93">
            <a:extLst>
              <a:ext uri="{FF2B5EF4-FFF2-40B4-BE49-F238E27FC236}">
                <a16:creationId xmlns:a16="http://schemas.microsoft.com/office/drawing/2014/main" id="{F369A38F-CC68-4B95-A1E3-0F45A4B7086A}"/>
              </a:ext>
            </a:extLst>
          </p:cNvPr>
          <p:cNvSpPr>
            <a:spLocks noChangeShapeType="1"/>
          </p:cNvSpPr>
          <p:nvPr/>
        </p:nvSpPr>
        <p:spPr bwMode="auto">
          <a:xfrm flipH="1" flipV="1">
            <a:off x="1141432" y="3992562"/>
            <a:ext cx="609600" cy="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4" name="Text Box 94">
            <a:extLst>
              <a:ext uri="{FF2B5EF4-FFF2-40B4-BE49-F238E27FC236}">
                <a16:creationId xmlns:a16="http://schemas.microsoft.com/office/drawing/2014/main" id="{BE407BC5-3227-41B2-A8C2-0663BA95583A}"/>
              </a:ext>
            </a:extLst>
          </p:cNvPr>
          <p:cNvSpPr txBox="1">
            <a:spLocks noChangeArrowheads="1"/>
          </p:cNvSpPr>
          <p:nvPr/>
        </p:nvSpPr>
        <p:spPr bwMode="auto">
          <a:xfrm>
            <a:off x="2681706" y="2697162"/>
            <a:ext cx="37702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MSC</a:t>
            </a:r>
          </a:p>
        </p:txBody>
      </p:sp>
      <p:sp>
        <p:nvSpPr>
          <p:cNvPr id="86" name="Line 95">
            <a:extLst>
              <a:ext uri="{FF2B5EF4-FFF2-40B4-BE49-F238E27FC236}">
                <a16:creationId xmlns:a16="http://schemas.microsoft.com/office/drawing/2014/main" id="{85CD113E-AAC5-4F2A-8B55-83B774D16316}"/>
              </a:ext>
            </a:extLst>
          </p:cNvPr>
          <p:cNvSpPr>
            <a:spLocks noChangeShapeType="1"/>
          </p:cNvSpPr>
          <p:nvPr/>
        </p:nvSpPr>
        <p:spPr bwMode="auto">
          <a:xfrm>
            <a:off x="1979632" y="4449762"/>
            <a:ext cx="0" cy="381000"/>
          </a:xfrm>
          <a:prstGeom prst="line">
            <a:avLst/>
          </a:prstGeom>
          <a:noFill/>
          <a:ln w="38100">
            <a:solidFill>
              <a:srgbClr val="99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 name="Text Box 96">
            <a:extLst>
              <a:ext uri="{FF2B5EF4-FFF2-40B4-BE49-F238E27FC236}">
                <a16:creationId xmlns:a16="http://schemas.microsoft.com/office/drawing/2014/main" id="{E4B690AD-2485-4F3B-9B59-2628EE0144D5}"/>
              </a:ext>
            </a:extLst>
          </p:cNvPr>
          <p:cNvSpPr txBox="1">
            <a:spLocks noChangeArrowheads="1"/>
          </p:cNvSpPr>
          <p:nvPr/>
        </p:nvSpPr>
        <p:spPr bwMode="auto">
          <a:xfrm>
            <a:off x="1379557" y="4906962"/>
            <a:ext cx="1133475" cy="381000"/>
          </a:xfrm>
          <a:prstGeom prst="rect">
            <a:avLst/>
          </a:prstGeom>
          <a:noFill/>
          <a:ln w="952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en-US" sz="900" b="1" dirty="0">
                <a:solidFill>
                  <a:srgbClr val="FF0000"/>
                </a:solidFill>
              </a:rPr>
              <a:t>DISCONNECTED</a:t>
            </a:r>
          </a:p>
        </p:txBody>
      </p:sp>
    </p:spTree>
    <p:extLst>
      <p:ext uri="{BB962C8B-B14F-4D97-AF65-F5344CB8AC3E}">
        <p14:creationId xmlns:p14="http://schemas.microsoft.com/office/powerpoint/2010/main" val="312606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2">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xEl>
                                              <p:pRg st="2" end="2"/>
                                            </p:txEl>
                                          </p:spTgt>
                                        </p:tgtEl>
                                        <p:attrNameLst>
                                          <p:attrName>style.visibility</p:attrName>
                                        </p:attrNameLst>
                                      </p:cBhvr>
                                      <p:to>
                                        <p:strVal val="visible"/>
                                      </p:to>
                                    </p:set>
                                  </p:childTnLst>
                                </p:cTn>
                              </p:par>
                            </p:childTnLst>
                          </p:cTn>
                        </p:par>
                        <p:par>
                          <p:cTn id="41" fill="hold">
                            <p:stCondLst>
                              <p:cond delay="0"/>
                            </p:stCondLst>
                            <p:childTnLst>
                              <p:par>
                                <p:cTn id="42" presetID="22" presetClass="entr" presetSubtype="8" fill="hold" nodeType="after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wipe(left)">
                                      <p:cBhvr>
                                        <p:cTn id="44" dur="500"/>
                                        <p:tgtEl>
                                          <p:spTgt spid="35"/>
                                        </p:tgtEl>
                                      </p:cBhvr>
                                    </p:animEffect>
                                  </p:childTnLst>
                                </p:cTn>
                              </p:par>
                            </p:childTnLst>
                          </p:cTn>
                        </p:par>
                        <p:par>
                          <p:cTn id="45" fill="hold">
                            <p:stCondLst>
                              <p:cond delay="500"/>
                            </p:stCondLst>
                            <p:childTnLst>
                              <p:par>
                                <p:cTn id="46" presetID="22" presetClass="entr" presetSubtype="8" fill="hold" nodeType="afterEffect">
                                  <p:stCondLst>
                                    <p:cond delay="0"/>
                                  </p:stCondLst>
                                  <p:childTnLst>
                                    <p:set>
                                      <p:cBhvr>
                                        <p:cTn id="47" dur="1" fill="hold">
                                          <p:stCondLst>
                                            <p:cond delay="0"/>
                                          </p:stCondLst>
                                        </p:cTn>
                                        <p:tgtEl>
                                          <p:spTgt spid="63"/>
                                        </p:tgtEl>
                                        <p:attrNameLst>
                                          <p:attrName>style.visibility</p:attrName>
                                        </p:attrNameLst>
                                      </p:cBhvr>
                                      <p:to>
                                        <p:strVal val="visible"/>
                                      </p:to>
                                    </p:set>
                                    <p:animEffect transition="in" filter="wipe(left)">
                                      <p:cBhvr>
                                        <p:cTn id="48" dur="500"/>
                                        <p:tgtEl>
                                          <p:spTgt spid="63"/>
                                        </p:tgtEl>
                                      </p:cBhvr>
                                    </p:animEffect>
                                  </p:childTnLst>
                                </p:cTn>
                              </p:par>
                            </p:childTnLst>
                          </p:cTn>
                        </p:par>
                        <p:par>
                          <p:cTn id="49" fill="hold">
                            <p:stCondLst>
                              <p:cond delay="1000"/>
                            </p:stCondLst>
                            <p:childTnLst>
                              <p:par>
                                <p:cTn id="50" presetID="22" presetClass="entr" presetSubtype="8" fill="hold" nodeType="after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wipe(left)">
                                      <p:cBhvr>
                                        <p:cTn id="52" dur="500"/>
                                        <p:tgtEl>
                                          <p:spTgt spid="56"/>
                                        </p:tgtEl>
                                      </p:cBhvr>
                                    </p:animEffect>
                                  </p:childTnLst>
                                </p:cTn>
                              </p:par>
                            </p:childTnLst>
                          </p:cTn>
                        </p:par>
                        <p:par>
                          <p:cTn id="53" fill="hold">
                            <p:stCondLst>
                              <p:cond delay="1500"/>
                            </p:stCondLst>
                            <p:childTnLst>
                              <p:par>
                                <p:cTn id="54" presetID="22" presetClass="entr" presetSubtype="8" fill="hold" nodeType="after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wipe(left)">
                                      <p:cBhvr>
                                        <p:cTn id="56" dur="500"/>
                                        <p:tgtEl>
                                          <p:spTgt spid="40"/>
                                        </p:tgtEl>
                                      </p:cBhvr>
                                    </p:animEffect>
                                  </p:childTnLst>
                                </p:cTn>
                              </p:par>
                            </p:childTnLst>
                          </p:cTn>
                        </p:par>
                        <p:par>
                          <p:cTn id="57" fill="hold">
                            <p:stCondLst>
                              <p:cond delay="2000"/>
                            </p:stCondLst>
                            <p:childTnLst>
                              <p:par>
                                <p:cTn id="58" presetID="22" presetClass="entr" presetSubtype="8" fill="hold" nodeType="afterEffect">
                                  <p:stCondLst>
                                    <p:cond delay="0"/>
                                  </p:stCondLst>
                                  <p:childTnLst>
                                    <p:set>
                                      <p:cBhvr>
                                        <p:cTn id="59" dur="1" fill="hold">
                                          <p:stCondLst>
                                            <p:cond delay="0"/>
                                          </p:stCondLst>
                                        </p:cTn>
                                        <p:tgtEl>
                                          <p:spTgt spid="46"/>
                                        </p:tgtEl>
                                        <p:attrNameLst>
                                          <p:attrName>style.visibility</p:attrName>
                                        </p:attrNameLst>
                                      </p:cBhvr>
                                      <p:to>
                                        <p:strVal val="visible"/>
                                      </p:to>
                                    </p:set>
                                    <p:animEffect transition="in" filter="wipe(left)">
                                      <p:cBhvr>
                                        <p:cTn id="60" dur="500"/>
                                        <p:tgtEl>
                                          <p:spTgt spid="46"/>
                                        </p:tgtEl>
                                      </p:cBhvr>
                                    </p:animEffect>
                                  </p:childTnLst>
                                </p:cTn>
                              </p:par>
                            </p:childTnLst>
                          </p:cTn>
                        </p:par>
                        <p:par>
                          <p:cTn id="61" fill="hold">
                            <p:stCondLst>
                              <p:cond delay="2500"/>
                            </p:stCondLst>
                            <p:childTnLst>
                              <p:par>
                                <p:cTn id="62" presetID="22" presetClass="entr" presetSubtype="1" fill="hold" nodeType="after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wipe(up)">
                                      <p:cBhvr>
                                        <p:cTn id="64" dur="500"/>
                                        <p:tgtEl>
                                          <p:spTgt spid="60"/>
                                        </p:tgtEl>
                                      </p:cBhvr>
                                    </p:animEffect>
                                  </p:childTnLst>
                                </p:cTn>
                              </p:par>
                            </p:childTnLst>
                          </p:cTn>
                        </p:par>
                        <p:par>
                          <p:cTn id="65" fill="hold">
                            <p:stCondLst>
                              <p:cond delay="3000"/>
                            </p:stCondLst>
                            <p:childTnLst>
                              <p:par>
                                <p:cTn id="66" presetID="22" presetClass="entr" presetSubtype="1" fill="hold" nodeType="after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wipe(up)">
                                      <p:cBhvr>
                                        <p:cTn id="68" dur="500"/>
                                        <p:tgtEl>
                                          <p:spTgt spid="41"/>
                                        </p:tgtEl>
                                      </p:cBhvr>
                                    </p:animEffect>
                                  </p:childTnLst>
                                </p:cTn>
                              </p:par>
                            </p:childTnLst>
                          </p:cTn>
                        </p:par>
                        <p:par>
                          <p:cTn id="69" fill="hold">
                            <p:stCondLst>
                              <p:cond delay="3500"/>
                            </p:stCondLst>
                            <p:childTnLst>
                              <p:par>
                                <p:cTn id="70" presetID="22" presetClass="entr" presetSubtype="1" fill="hold" nodeType="after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wipe(up)">
                                      <p:cBhvr>
                                        <p:cTn id="72" dur="500"/>
                                        <p:tgtEl>
                                          <p:spTgt spid="47"/>
                                        </p:tgtEl>
                                      </p:cBhvr>
                                    </p:animEffect>
                                  </p:childTnLst>
                                </p:cTn>
                              </p:par>
                            </p:childTnLst>
                          </p:cTn>
                        </p:par>
                        <p:par>
                          <p:cTn id="73" fill="hold">
                            <p:stCondLst>
                              <p:cond delay="4000"/>
                            </p:stCondLst>
                            <p:childTnLst>
                              <p:par>
                                <p:cTn id="74" presetID="22" presetClass="entr" presetSubtype="4" fill="hold" nodeType="afterEffect">
                                  <p:stCondLst>
                                    <p:cond delay="0"/>
                                  </p:stCondLst>
                                  <p:childTnLst>
                                    <p:set>
                                      <p:cBhvr>
                                        <p:cTn id="75" dur="1" fill="hold">
                                          <p:stCondLst>
                                            <p:cond delay="0"/>
                                          </p:stCondLst>
                                        </p:cTn>
                                        <p:tgtEl>
                                          <p:spTgt spid="61"/>
                                        </p:tgtEl>
                                        <p:attrNameLst>
                                          <p:attrName>style.visibility</p:attrName>
                                        </p:attrNameLst>
                                      </p:cBhvr>
                                      <p:to>
                                        <p:strVal val="visible"/>
                                      </p:to>
                                    </p:set>
                                    <p:animEffect transition="in" filter="wipe(down)">
                                      <p:cBhvr>
                                        <p:cTn id="76" dur="500"/>
                                        <p:tgtEl>
                                          <p:spTgt spid="61"/>
                                        </p:tgtEl>
                                      </p:cBhvr>
                                    </p:animEffect>
                                  </p:childTnLst>
                                </p:cTn>
                              </p:par>
                            </p:childTnLst>
                          </p:cTn>
                        </p:par>
                        <p:par>
                          <p:cTn id="77" fill="hold">
                            <p:stCondLst>
                              <p:cond delay="4500"/>
                            </p:stCondLst>
                            <p:childTnLst>
                              <p:par>
                                <p:cTn id="78" presetID="22" presetClass="entr" presetSubtype="4" fill="hold" nodeType="after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wipe(down)">
                                      <p:cBhvr>
                                        <p:cTn id="80" dur="500"/>
                                        <p:tgtEl>
                                          <p:spTgt spid="42"/>
                                        </p:tgtEl>
                                      </p:cBhvr>
                                    </p:animEffect>
                                  </p:childTnLst>
                                </p:cTn>
                              </p:par>
                            </p:childTnLst>
                          </p:cTn>
                        </p:par>
                        <p:par>
                          <p:cTn id="81" fill="hold">
                            <p:stCondLst>
                              <p:cond delay="5000"/>
                            </p:stCondLst>
                            <p:childTnLst>
                              <p:par>
                                <p:cTn id="82" presetID="22" presetClass="entr" presetSubtype="4" fill="hold" nodeType="afterEffect">
                                  <p:stCondLst>
                                    <p:cond delay="0"/>
                                  </p:stCondLst>
                                  <p:childTnLst>
                                    <p:set>
                                      <p:cBhvr>
                                        <p:cTn id="83" dur="1" fill="hold">
                                          <p:stCondLst>
                                            <p:cond delay="0"/>
                                          </p:stCondLst>
                                        </p:cTn>
                                        <p:tgtEl>
                                          <p:spTgt spid="43"/>
                                        </p:tgtEl>
                                        <p:attrNameLst>
                                          <p:attrName>style.visibility</p:attrName>
                                        </p:attrNameLst>
                                      </p:cBhvr>
                                      <p:to>
                                        <p:strVal val="visible"/>
                                      </p:to>
                                    </p:set>
                                    <p:animEffect transition="in" filter="wipe(down)">
                                      <p:cBhvr>
                                        <p:cTn id="84" dur="500"/>
                                        <p:tgtEl>
                                          <p:spTgt spid="43"/>
                                        </p:tgtEl>
                                      </p:cBhvr>
                                    </p:animEffect>
                                  </p:childTnLst>
                                </p:cTn>
                              </p:par>
                            </p:childTnLst>
                          </p:cTn>
                        </p:par>
                        <p:par>
                          <p:cTn id="85" fill="hold">
                            <p:stCondLst>
                              <p:cond delay="5500"/>
                            </p:stCondLst>
                            <p:childTnLst>
                              <p:par>
                                <p:cTn id="86" presetID="22" presetClass="entr" presetSubtype="1" fill="hold" nodeType="afterEffect">
                                  <p:stCondLst>
                                    <p:cond delay="0"/>
                                  </p:stCondLst>
                                  <p:childTnLst>
                                    <p:set>
                                      <p:cBhvr>
                                        <p:cTn id="87" dur="1" fill="hold">
                                          <p:stCondLst>
                                            <p:cond delay="0"/>
                                          </p:stCondLst>
                                        </p:cTn>
                                        <p:tgtEl>
                                          <p:spTgt spid="65"/>
                                        </p:tgtEl>
                                        <p:attrNameLst>
                                          <p:attrName>style.visibility</p:attrName>
                                        </p:attrNameLst>
                                      </p:cBhvr>
                                      <p:to>
                                        <p:strVal val="visible"/>
                                      </p:to>
                                    </p:set>
                                    <p:animEffect transition="in" filter="wipe(up)">
                                      <p:cBhvr>
                                        <p:cTn id="88" dur="500"/>
                                        <p:tgtEl>
                                          <p:spTgt spid="65"/>
                                        </p:tgtEl>
                                      </p:cBhvr>
                                    </p:animEffect>
                                  </p:childTnLst>
                                </p:cTn>
                              </p:par>
                            </p:childTnLst>
                          </p:cTn>
                        </p:par>
                        <p:par>
                          <p:cTn id="89" fill="hold">
                            <p:stCondLst>
                              <p:cond delay="6000"/>
                            </p:stCondLst>
                            <p:childTnLst>
                              <p:par>
                                <p:cTn id="90" presetID="22" presetClass="entr" presetSubtype="2" fill="hold" nodeType="afterEffect">
                                  <p:stCondLst>
                                    <p:cond delay="0"/>
                                  </p:stCondLst>
                                  <p:childTnLst>
                                    <p:set>
                                      <p:cBhvr>
                                        <p:cTn id="91" dur="1" fill="hold">
                                          <p:stCondLst>
                                            <p:cond delay="0"/>
                                          </p:stCondLst>
                                        </p:cTn>
                                        <p:tgtEl>
                                          <p:spTgt spid="69"/>
                                        </p:tgtEl>
                                        <p:attrNameLst>
                                          <p:attrName>style.visibility</p:attrName>
                                        </p:attrNameLst>
                                      </p:cBhvr>
                                      <p:to>
                                        <p:strVal val="visible"/>
                                      </p:to>
                                    </p:set>
                                    <p:animEffect transition="in" filter="wipe(right)">
                                      <p:cBhvr>
                                        <p:cTn id="92" dur="500"/>
                                        <p:tgtEl>
                                          <p:spTgt spid="69"/>
                                        </p:tgtEl>
                                      </p:cBhvr>
                                    </p:animEffect>
                                  </p:childTnLst>
                                </p:cTn>
                              </p:par>
                            </p:childTnLst>
                          </p:cTn>
                        </p:par>
                        <p:par>
                          <p:cTn id="93" fill="hold">
                            <p:stCondLst>
                              <p:cond delay="6500"/>
                            </p:stCondLst>
                            <p:childTnLst>
                              <p:par>
                                <p:cTn id="94" presetID="22" presetClass="entr" presetSubtype="2" fill="hold" nodeType="afterEffect">
                                  <p:stCondLst>
                                    <p:cond delay="0"/>
                                  </p:stCondLst>
                                  <p:childTnLst>
                                    <p:set>
                                      <p:cBhvr>
                                        <p:cTn id="95" dur="1" fill="hold">
                                          <p:stCondLst>
                                            <p:cond delay="0"/>
                                          </p:stCondLst>
                                        </p:cTn>
                                        <p:tgtEl>
                                          <p:spTgt spid="44"/>
                                        </p:tgtEl>
                                        <p:attrNameLst>
                                          <p:attrName>style.visibility</p:attrName>
                                        </p:attrNameLst>
                                      </p:cBhvr>
                                      <p:to>
                                        <p:strVal val="visible"/>
                                      </p:to>
                                    </p:set>
                                    <p:animEffect transition="in" filter="wipe(right)">
                                      <p:cBhvr>
                                        <p:cTn id="96" dur="500"/>
                                        <p:tgtEl>
                                          <p:spTgt spid="44"/>
                                        </p:tgtEl>
                                      </p:cBhvr>
                                    </p:animEffect>
                                  </p:childTnLst>
                                </p:cTn>
                              </p:par>
                            </p:childTnLst>
                          </p:cTn>
                        </p:par>
                        <p:par>
                          <p:cTn id="97" fill="hold">
                            <p:stCondLst>
                              <p:cond delay="7000"/>
                            </p:stCondLst>
                            <p:childTnLst>
                              <p:par>
                                <p:cTn id="98" presetID="22" presetClass="entr" presetSubtype="2" fill="hold" nodeType="afterEffect">
                                  <p:stCondLst>
                                    <p:cond delay="0"/>
                                  </p:stCondLst>
                                  <p:childTnLst>
                                    <p:set>
                                      <p:cBhvr>
                                        <p:cTn id="99" dur="1" fill="hold">
                                          <p:stCondLst>
                                            <p:cond delay="0"/>
                                          </p:stCondLst>
                                        </p:cTn>
                                        <p:tgtEl>
                                          <p:spTgt spid="45"/>
                                        </p:tgtEl>
                                        <p:attrNameLst>
                                          <p:attrName>style.visibility</p:attrName>
                                        </p:attrNameLst>
                                      </p:cBhvr>
                                      <p:to>
                                        <p:strVal val="visible"/>
                                      </p:to>
                                    </p:set>
                                    <p:animEffect transition="in" filter="wipe(right)">
                                      <p:cBhvr>
                                        <p:cTn id="100" dur="500"/>
                                        <p:tgtEl>
                                          <p:spTgt spid="45"/>
                                        </p:tgtEl>
                                      </p:cBhvr>
                                    </p:animEffect>
                                  </p:childTnLst>
                                </p:cTn>
                              </p:par>
                            </p:childTnLst>
                          </p:cTn>
                        </p:par>
                        <p:par>
                          <p:cTn id="101" fill="hold">
                            <p:stCondLst>
                              <p:cond delay="7500"/>
                            </p:stCondLst>
                            <p:childTnLst>
                              <p:par>
                                <p:cTn id="102" presetID="22" presetClass="entr" presetSubtype="8" fill="hold" nodeType="afterEffect">
                                  <p:stCondLst>
                                    <p:cond delay="0"/>
                                  </p:stCondLst>
                                  <p:childTnLst>
                                    <p:set>
                                      <p:cBhvr>
                                        <p:cTn id="103" dur="1" fill="hold">
                                          <p:stCondLst>
                                            <p:cond delay="0"/>
                                          </p:stCondLst>
                                        </p:cTn>
                                        <p:tgtEl>
                                          <p:spTgt spid="62"/>
                                        </p:tgtEl>
                                        <p:attrNameLst>
                                          <p:attrName>style.visibility</p:attrName>
                                        </p:attrNameLst>
                                      </p:cBhvr>
                                      <p:to>
                                        <p:strVal val="visible"/>
                                      </p:to>
                                    </p:set>
                                    <p:animEffect transition="in" filter="wipe(left)">
                                      <p:cBhvr>
                                        <p:cTn id="104" dur="500"/>
                                        <p:tgtEl>
                                          <p:spTgt spid="62"/>
                                        </p:tgtEl>
                                      </p:cBhvr>
                                    </p:animEffect>
                                  </p:childTnLst>
                                </p:cTn>
                              </p:par>
                            </p:childTnLst>
                          </p:cTn>
                        </p:par>
                        <p:par>
                          <p:cTn id="105" fill="hold">
                            <p:stCondLst>
                              <p:cond delay="8000"/>
                            </p:stCondLst>
                            <p:childTnLst>
                              <p:par>
                                <p:cTn id="106" presetID="22" presetClass="entr" presetSubtype="8" fill="hold" nodeType="afterEffect">
                                  <p:stCondLst>
                                    <p:cond delay="0"/>
                                  </p:stCondLst>
                                  <p:childTnLst>
                                    <p:set>
                                      <p:cBhvr>
                                        <p:cTn id="107" dur="1" fill="hold">
                                          <p:stCondLst>
                                            <p:cond delay="0"/>
                                          </p:stCondLst>
                                        </p:cTn>
                                        <p:tgtEl>
                                          <p:spTgt spid="58"/>
                                        </p:tgtEl>
                                        <p:attrNameLst>
                                          <p:attrName>style.visibility</p:attrName>
                                        </p:attrNameLst>
                                      </p:cBhvr>
                                      <p:to>
                                        <p:strVal val="visible"/>
                                      </p:to>
                                    </p:set>
                                    <p:animEffect transition="in" filter="wipe(left)">
                                      <p:cBhvr>
                                        <p:cTn id="108" dur="500"/>
                                        <p:tgtEl>
                                          <p:spTgt spid="58"/>
                                        </p:tgtEl>
                                      </p:cBhvr>
                                    </p:animEffect>
                                  </p:childTnLst>
                                </p:cTn>
                              </p:par>
                            </p:childTnLst>
                          </p:cTn>
                        </p:par>
                        <p:par>
                          <p:cTn id="109" fill="hold">
                            <p:stCondLst>
                              <p:cond delay="8500"/>
                            </p:stCondLst>
                            <p:childTnLst>
                              <p:par>
                                <p:cTn id="110" presetID="22" presetClass="entr" presetSubtype="8" fill="hold" nodeType="afterEffect">
                                  <p:stCondLst>
                                    <p:cond delay="0"/>
                                  </p:stCondLst>
                                  <p:childTnLst>
                                    <p:set>
                                      <p:cBhvr>
                                        <p:cTn id="111" dur="1" fill="hold">
                                          <p:stCondLst>
                                            <p:cond delay="0"/>
                                          </p:stCondLst>
                                        </p:cTn>
                                        <p:tgtEl>
                                          <p:spTgt spid="48"/>
                                        </p:tgtEl>
                                        <p:attrNameLst>
                                          <p:attrName>style.visibility</p:attrName>
                                        </p:attrNameLst>
                                      </p:cBhvr>
                                      <p:to>
                                        <p:strVal val="visible"/>
                                      </p:to>
                                    </p:set>
                                    <p:animEffect transition="in" filter="wipe(left)">
                                      <p:cBhvr>
                                        <p:cTn id="112" dur="500"/>
                                        <p:tgtEl>
                                          <p:spTgt spid="48"/>
                                        </p:tgtEl>
                                      </p:cBhvr>
                                    </p:animEffect>
                                  </p:childTnLst>
                                </p:cTn>
                              </p:par>
                            </p:childTnLst>
                          </p:cTn>
                        </p:par>
                        <p:par>
                          <p:cTn id="113" fill="hold">
                            <p:stCondLst>
                              <p:cond delay="9000"/>
                            </p:stCondLst>
                            <p:childTnLst>
                              <p:par>
                                <p:cTn id="114" presetID="22" presetClass="entr" presetSubtype="8" fill="hold" nodeType="afterEffect">
                                  <p:stCondLst>
                                    <p:cond delay="0"/>
                                  </p:stCondLst>
                                  <p:childTnLst>
                                    <p:set>
                                      <p:cBhvr>
                                        <p:cTn id="115" dur="1" fill="hold">
                                          <p:stCondLst>
                                            <p:cond delay="0"/>
                                          </p:stCondLst>
                                        </p:cTn>
                                        <p:tgtEl>
                                          <p:spTgt spid="74"/>
                                        </p:tgtEl>
                                        <p:attrNameLst>
                                          <p:attrName>style.visibility</p:attrName>
                                        </p:attrNameLst>
                                      </p:cBhvr>
                                      <p:to>
                                        <p:strVal val="visible"/>
                                      </p:to>
                                    </p:set>
                                    <p:animEffect transition="in" filter="wipe(left)">
                                      <p:cBhvr>
                                        <p:cTn id="116" dur="500"/>
                                        <p:tgtEl>
                                          <p:spTgt spid="74"/>
                                        </p:tgtEl>
                                      </p:cBhvr>
                                    </p:animEffect>
                                  </p:childTnLst>
                                </p:cTn>
                              </p:par>
                            </p:childTnLst>
                          </p:cTn>
                        </p:par>
                        <p:par>
                          <p:cTn id="117" fill="hold">
                            <p:stCondLst>
                              <p:cond delay="9500"/>
                            </p:stCondLst>
                            <p:childTnLst>
                              <p:par>
                                <p:cTn id="118" presetID="22" presetClass="entr" presetSubtype="1" fill="hold" nodeType="afterEffect">
                                  <p:stCondLst>
                                    <p:cond delay="0"/>
                                  </p:stCondLst>
                                  <p:childTnLst>
                                    <p:set>
                                      <p:cBhvr>
                                        <p:cTn id="119" dur="1" fill="hold">
                                          <p:stCondLst>
                                            <p:cond delay="0"/>
                                          </p:stCondLst>
                                        </p:cTn>
                                        <p:tgtEl>
                                          <p:spTgt spid="57"/>
                                        </p:tgtEl>
                                        <p:attrNameLst>
                                          <p:attrName>style.visibility</p:attrName>
                                        </p:attrNameLst>
                                      </p:cBhvr>
                                      <p:to>
                                        <p:strVal val="visible"/>
                                      </p:to>
                                    </p:set>
                                    <p:animEffect transition="in" filter="wipe(up)">
                                      <p:cBhvr>
                                        <p:cTn id="120" dur="500"/>
                                        <p:tgtEl>
                                          <p:spTgt spid="57"/>
                                        </p:tgtEl>
                                      </p:cBhvr>
                                    </p:animEffect>
                                  </p:childTnLst>
                                </p:cTn>
                              </p:par>
                            </p:childTnLst>
                          </p:cTn>
                        </p:par>
                        <p:par>
                          <p:cTn id="121" fill="hold">
                            <p:stCondLst>
                              <p:cond delay="10000"/>
                            </p:stCondLst>
                            <p:childTnLst>
                              <p:par>
                                <p:cTn id="122" presetID="22" presetClass="entr" presetSubtype="1" fill="hold" nodeType="afterEffect">
                                  <p:stCondLst>
                                    <p:cond delay="0"/>
                                  </p:stCondLst>
                                  <p:childTnLst>
                                    <p:set>
                                      <p:cBhvr>
                                        <p:cTn id="123" dur="1" fill="hold">
                                          <p:stCondLst>
                                            <p:cond delay="0"/>
                                          </p:stCondLst>
                                        </p:cTn>
                                        <p:tgtEl>
                                          <p:spTgt spid="54"/>
                                        </p:tgtEl>
                                        <p:attrNameLst>
                                          <p:attrName>style.visibility</p:attrName>
                                        </p:attrNameLst>
                                      </p:cBhvr>
                                      <p:to>
                                        <p:strVal val="visible"/>
                                      </p:to>
                                    </p:set>
                                    <p:animEffect transition="in" filter="wipe(up)">
                                      <p:cBhvr>
                                        <p:cTn id="124" dur="500"/>
                                        <p:tgtEl>
                                          <p:spTgt spid="54"/>
                                        </p:tgtEl>
                                      </p:cBhvr>
                                    </p:animEffect>
                                  </p:childTnLst>
                                </p:cTn>
                              </p:par>
                            </p:childTnLst>
                          </p:cTn>
                        </p:par>
                        <p:par>
                          <p:cTn id="125" fill="hold">
                            <p:stCondLst>
                              <p:cond delay="10500"/>
                            </p:stCondLst>
                            <p:childTnLst>
                              <p:par>
                                <p:cTn id="126" presetID="22" presetClass="entr" presetSubtype="1" fill="hold" nodeType="after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wipe(up)">
                                      <p:cBhvr>
                                        <p:cTn id="128" dur="500"/>
                                        <p:tgtEl>
                                          <p:spTgt spid="55"/>
                                        </p:tgtEl>
                                      </p:cBhvr>
                                    </p:animEffect>
                                  </p:childTnLst>
                                </p:cTn>
                              </p:par>
                            </p:childTnLst>
                          </p:cTn>
                        </p:par>
                        <p:par>
                          <p:cTn id="129" fill="hold">
                            <p:stCondLst>
                              <p:cond delay="11000"/>
                            </p:stCondLst>
                            <p:childTnLst>
                              <p:par>
                                <p:cTn id="130" presetID="22" presetClass="entr" presetSubtype="1" fill="hold" nodeType="afterEffect">
                                  <p:stCondLst>
                                    <p:cond delay="0"/>
                                  </p:stCondLst>
                                  <p:childTnLst>
                                    <p:set>
                                      <p:cBhvr>
                                        <p:cTn id="131" dur="1" fill="hold">
                                          <p:stCondLst>
                                            <p:cond delay="0"/>
                                          </p:stCondLst>
                                        </p:cTn>
                                        <p:tgtEl>
                                          <p:spTgt spid="59"/>
                                        </p:tgtEl>
                                        <p:attrNameLst>
                                          <p:attrName>style.visibility</p:attrName>
                                        </p:attrNameLst>
                                      </p:cBhvr>
                                      <p:to>
                                        <p:strVal val="visible"/>
                                      </p:to>
                                    </p:set>
                                    <p:animEffect transition="in" filter="wipe(up)">
                                      <p:cBhvr>
                                        <p:cTn id="132" dur="500"/>
                                        <p:tgtEl>
                                          <p:spTgt spid="59"/>
                                        </p:tgtEl>
                                      </p:cBhvr>
                                    </p:animEffect>
                                  </p:childTnLst>
                                </p:cTn>
                              </p:par>
                            </p:childTnLst>
                          </p:cTn>
                        </p:par>
                        <p:par>
                          <p:cTn id="133" fill="hold">
                            <p:stCondLst>
                              <p:cond delay="11500"/>
                            </p:stCondLst>
                            <p:childTnLst>
                              <p:par>
                                <p:cTn id="134" presetID="22" presetClass="entr" presetSubtype="1" fill="hold" nodeType="after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wipe(up)">
                                      <p:cBhvr>
                                        <p:cTn id="136" dur="500"/>
                                        <p:tgtEl>
                                          <p:spTgt spid="49"/>
                                        </p:tgtEl>
                                      </p:cBhvr>
                                    </p:animEffect>
                                  </p:childTnLst>
                                </p:cTn>
                              </p:par>
                            </p:childTnLst>
                          </p:cTn>
                        </p:par>
                        <p:par>
                          <p:cTn id="137" fill="hold">
                            <p:stCondLst>
                              <p:cond delay="12000"/>
                            </p:stCondLst>
                            <p:childTnLst>
                              <p:par>
                                <p:cTn id="138" presetID="22" presetClass="entr" presetSubtype="1" fill="hold" nodeType="afterEffect">
                                  <p:stCondLst>
                                    <p:cond delay="0"/>
                                  </p:stCondLst>
                                  <p:childTnLst>
                                    <p:set>
                                      <p:cBhvr>
                                        <p:cTn id="139" dur="1" fill="hold">
                                          <p:stCondLst>
                                            <p:cond delay="0"/>
                                          </p:stCondLst>
                                        </p:cTn>
                                        <p:tgtEl>
                                          <p:spTgt spid="64"/>
                                        </p:tgtEl>
                                        <p:attrNameLst>
                                          <p:attrName>style.visibility</p:attrName>
                                        </p:attrNameLst>
                                      </p:cBhvr>
                                      <p:to>
                                        <p:strVal val="visible"/>
                                      </p:to>
                                    </p:set>
                                    <p:animEffect transition="in" filter="wipe(up)">
                                      <p:cBhvr>
                                        <p:cTn id="140" dur="500"/>
                                        <p:tgtEl>
                                          <p:spTgt spid="64"/>
                                        </p:tgtEl>
                                      </p:cBhvr>
                                    </p:animEffect>
                                  </p:childTnLst>
                                </p:cTn>
                              </p:par>
                            </p:childTnLst>
                          </p:cTn>
                        </p:par>
                        <p:par>
                          <p:cTn id="141" fill="hold">
                            <p:stCondLst>
                              <p:cond delay="12500"/>
                            </p:stCondLst>
                            <p:childTnLst>
                              <p:par>
                                <p:cTn id="142" presetID="22" presetClass="entr" presetSubtype="1" fill="hold" nodeType="afterEffect">
                                  <p:stCondLst>
                                    <p:cond delay="0"/>
                                  </p:stCondLst>
                                  <p:childTnLst>
                                    <p:set>
                                      <p:cBhvr>
                                        <p:cTn id="143" dur="1" fill="hold">
                                          <p:stCondLst>
                                            <p:cond delay="0"/>
                                          </p:stCondLst>
                                        </p:cTn>
                                        <p:tgtEl>
                                          <p:spTgt spid="86"/>
                                        </p:tgtEl>
                                        <p:attrNameLst>
                                          <p:attrName>style.visibility</p:attrName>
                                        </p:attrNameLst>
                                      </p:cBhvr>
                                      <p:to>
                                        <p:strVal val="visible"/>
                                      </p:to>
                                    </p:set>
                                    <p:animEffect transition="in" filter="wipe(up)">
                                      <p:cBhvr>
                                        <p:cTn id="144" dur="500"/>
                                        <p:tgtEl>
                                          <p:spTgt spid="86"/>
                                        </p:tgtEl>
                                      </p:cBhvr>
                                    </p:animEffect>
                                  </p:childTnLst>
                                </p:cTn>
                              </p:par>
                            </p:childTnLst>
                          </p:cTn>
                        </p:par>
                        <p:par>
                          <p:cTn id="145" fill="hold">
                            <p:stCondLst>
                              <p:cond delay="13000"/>
                            </p:stCondLst>
                            <p:childTnLst>
                              <p:par>
                                <p:cTn id="146" presetID="22" presetClass="entr" presetSubtype="1" fill="hold" grpId="0" nodeType="afterEffect">
                                  <p:stCondLst>
                                    <p:cond delay="0"/>
                                  </p:stCondLst>
                                  <p:childTnLst>
                                    <p:set>
                                      <p:cBhvr>
                                        <p:cTn id="147" dur="1" fill="hold">
                                          <p:stCondLst>
                                            <p:cond delay="0"/>
                                          </p:stCondLst>
                                        </p:cTn>
                                        <p:tgtEl>
                                          <p:spTgt spid="87"/>
                                        </p:tgtEl>
                                        <p:attrNameLst>
                                          <p:attrName>style.visibility</p:attrName>
                                        </p:attrNameLst>
                                      </p:cBhvr>
                                      <p:to>
                                        <p:strVal val="visible"/>
                                      </p:to>
                                    </p:set>
                                    <p:animEffect transition="in" filter="wipe(up)">
                                      <p:cBhvr>
                                        <p:cTn id="148"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8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2400" b="1" dirty="0"/>
              <a:t>Prepaid Revenue Cycle: Usage</a:t>
            </a:r>
          </a:p>
        </p:txBody>
      </p:sp>
      <p:sp>
        <p:nvSpPr>
          <p:cNvPr id="4" name="Date Placeholder 3"/>
          <p:cNvSpPr>
            <a:spLocks noGrp="1"/>
          </p:cNvSpPr>
          <p:nvPr>
            <p:ph type="dt" sz="half" idx="10"/>
          </p:nvPr>
        </p:nvSpPr>
        <p:spPr/>
        <p:txBody>
          <a:bodyPr/>
          <a:lstStyle/>
          <a:p>
            <a:r>
              <a:rPr lang="en-US" dirty="0"/>
              <a:t>Confidential</a:t>
            </a:r>
          </a:p>
        </p:txBody>
      </p:sp>
      <p:sp>
        <p:nvSpPr>
          <p:cNvPr id="5" name="Footer Placeholder 4"/>
          <p:cNvSpPr>
            <a:spLocks noGrp="1"/>
          </p:cNvSpPr>
          <p:nvPr>
            <p:ph type="ftr" sz="quarter" idx="11"/>
          </p:nvPr>
        </p:nvSpPr>
        <p:spPr/>
        <p:txBody>
          <a:bodyPr/>
          <a:lstStyle/>
          <a:p>
            <a:r>
              <a:rPr lang="en-US" dirty="0"/>
              <a:t>Reliance Jio Infocomm Limited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66" name="AutoShape 5">
            <a:extLst>
              <a:ext uri="{FF2B5EF4-FFF2-40B4-BE49-F238E27FC236}">
                <a16:creationId xmlns:a16="http://schemas.microsoft.com/office/drawing/2014/main" id="{89C1CFE0-9492-4B6A-A21B-3A65C0169FAB}"/>
              </a:ext>
            </a:extLst>
          </p:cNvPr>
          <p:cNvSpPr>
            <a:spLocks noChangeArrowheads="1"/>
          </p:cNvSpPr>
          <p:nvPr/>
        </p:nvSpPr>
        <p:spPr bwMode="auto">
          <a:xfrm>
            <a:off x="4114800" y="1295400"/>
            <a:ext cx="4191000" cy="1447800"/>
          </a:xfrm>
          <a:prstGeom prst="roundRect">
            <a:avLst>
              <a:gd name="adj" fmla="val 0"/>
            </a:avLst>
          </a:prstGeom>
          <a:noFill/>
          <a:ln>
            <a:noFill/>
          </a:ln>
          <a:effectLst/>
          <a:extLst>
            <a:ext uri="{909E8E84-426E-40DD-AFC4-6F175D3DCCD1}">
              <a14:hiddenFill xmlns:a14="http://schemas.microsoft.com/office/drawing/2010/main">
                <a:solidFill>
                  <a:srgbClr val="777777">
                    <a:alpha val="33000"/>
                  </a:srgbClr>
                </a:solidFill>
              </a14:hiddenFill>
            </a:ext>
            <a:ext uri="{91240B29-F687-4F45-9708-019B960494DF}">
              <a14:hiddenLine xmlns:a14="http://schemas.microsoft.com/office/drawing/2010/main" w="3175" algn="ctr">
                <a:solidFill>
                  <a:srgbClr val="969696"/>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20000"/>
              </a:lnSpc>
              <a:spcBef>
                <a:spcPct val="20000"/>
              </a:spcBef>
              <a:spcAft>
                <a:spcPct val="20000"/>
              </a:spcAft>
              <a:buChar char="•"/>
              <a:defRPr sz="1000">
                <a:solidFill>
                  <a:srgbClr val="B26F7E"/>
                </a:solidFill>
                <a:latin typeface="Arial" panose="020B0604020202020204" pitchFamily="34" charset="0"/>
              </a:defRPr>
            </a:lvl1pPr>
            <a:lvl2pPr marL="742950" indent="-285750">
              <a:lnSpc>
                <a:spcPct val="120000"/>
              </a:lnSpc>
              <a:spcBef>
                <a:spcPct val="20000"/>
              </a:spcBef>
              <a:spcAft>
                <a:spcPct val="20000"/>
              </a:spcAft>
              <a:buChar char="–"/>
              <a:defRPr sz="1000">
                <a:solidFill>
                  <a:srgbClr val="B26F7E"/>
                </a:solidFill>
                <a:latin typeface="Arial" panose="020B0604020202020204" pitchFamily="34" charset="0"/>
              </a:defRPr>
            </a:lvl2pPr>
            <a:lvl3pPr marL="1143000" indent="-228600">
              <a:lnSpc>
                <a:spcPct val="120000"/>
              </a:lnSpc>
              <a:spcBef>
                <a:spcPct val="20000"/>
              </a:spcBef>
              <a:spcAft>
                <a:spcPct val="20000"/>
              </a:spcAft>
              <a:buChar char="•"/>
              <a:defRPr sz="1000">
                <a:solidFill>
                  <a:srgbClr val="B26F7E"/>
                </a:solidFill>
                <a:latin typeface="Arial" panose="020B0604020202020204" pitchFamily="34" charset="0"/>
              </a:defRPr>
            </a:lvl3pPr>
            <a:lvl4pPr marL="1600200" indent="-228600">
              <a:lnSpc>
                <a:spcPct val="120000"/>
              </a:lnSpc>
              <a:spcBef>
                <a:spcPct val="20000"/>
              </a:spcBef>
              <a:spcAft>
                <a:spcPct val="20000"/>
              </a:spcAft>
              <a:buChar char="–"/>
              <a:defRPr sz="1000">
                <a:solidFill>
                  <a:srgbClr val="B26F7E"/>
                </a:solidFill>
                <a:latin typeface="Arial" panose="020B0604020202020204" pitchFamily="34" charset="0"/>
              </a:defRPr>
            </a:lvl4pPr>
            <a:lvl5pPr marL="2057400" indent="-228600">
              <a:lnSpc>
                <a:spcPct val="120000"/>
              </a:lnSpc>
              <a:spcBef>
                <a:spcPct val="20000"/>
              </a:spcBef>
              <a:spcAft>
                <a:spcPct val="20000"/>
              </a:spcAft>
              <a:buChar char="»"/>
              <a:defRPr sz="1000">
                <a:solidFill>
                  <a:srgbClr val="B26F7E"/>
                </a:solidFill>
                <a:latin typeface="Arial" panose="020B0604020202020204" pitchFamily="34" charset="0"/>
              </a:defRPr>
            </a:lvl5pPr>
            <a:lvl6pPr marL="2514600" indent="-228600" fontAlgn="base">
              <a:lnSpc>
                <a:spcPct val="120000"/>
              </a:lnSpc>
              <a:spcBef>
                <a:spcPct val="20000"/>
              </a:spcBef>
              <a:spcAft>
                <a:spcPct val="20000"/>
              </a:spcAft>
              <a:buChar char="»"/>
              <a:defRPr sz="1000">
                <a:solidFill>
                  <a:srgbClr val="B26F7E"/>
                </a:solidFill>
                <a:latin typeface="Arial" panose="020B0604020202020204" pitchFamily="34" charset="0"/>
              </a:defRPr>
            </a:lvl6pPr>
            <a:lvl7pPr marL="2971800" indent="-228600" fontAlgn="base">
              <a:lnSpc>
                <a:spcPct val="120000"/>
              </a:lnSpc>
              <a:spcBef>
                <a:spcPct val="20000"/>
              </a:spcBef>
              <a:spcAft>
                <a:spcPct val="20000"/>
              </a:spcAft>
              <a:buChar char="»"/>
              <a:defRPr sz="1000">
                <a:solidFill>
                  <a:srgbClr val="B26F7E"/>
                </a:solidFill>
                <a:latin typeface="Arial" panose="020B0604020202020204" pitchFamily="34" charset="0"/>
              </a:defRPr>
            </a:lvl7pPr>
            <a:lvl8pPr marL="3429000" indent="-228600" fontAlgn="base">
              <a:lnSpc>
                <a:spcPct val="120000"/>
              </a:lnSpc>
              <a:spcBef>
                <a:spcPct val="20000"/>
              </a:spcBef>
              <a:spcAft>
                <a:spcPct val="20000"/>
              </a:spcAft>
              <a:buChar char="»"/>
              <a:defRPr sz="1000">
                <a:solidFill>
                  <a:srgbClr val="B26F7E"/>
                </a:solidFill>
                <a:latin typeface="Arial" panose="020B0604020202020204" pitchFamily="34" charset="0"/>
              </a:defRPr>
            </a:lvl8pPr>
            <a:lvl9pPr marL="3886200" indent="-228600" fontAlgn="base">
              <a:lnSpc>
                <a:spcPct val="120000"/>
              </a:lnSpc>
              <a:spcBef>
                <a:spcPct val="20000"/>
              </a:spcBef>
              <a:spcAft>
                <a:spcPct val="20000"/>
              </a:spcAft>
              <a:buChar char="»"/>
              <a:defRPr sz="1000">
                <a:solidFill>
                  <a:srgbClr val="B26F7E"/>
                </a:solidFill>
                <a:latin typeface="Arial" panose="020B0604020202020204" pitchFamily="34" charset="0"/>
              </a:defRPr>
            </a:lvl9pPr>
          </a:lstStyle>
          <a:p>
            <a:pPr algn="just">
              <a:lnSpc>
                <a:spcPct val="140000"/>
              </a:lnSpc>
              <a:buFontTx/>
              <a:buNone/>
            </a:pPr>
            <a:r>
              <a:rPr lang="en-US" altLang="en-US" sz="1100" b="1">
                <a:solidFill>
                  <a:schemeClr val="tx1"/>
                </a:solidFill>
                <a:ea typeface="굴림" panose="020B0600000101010101" pitchFamily="34" charset="-127"/>
              </a:rPr>
              <a:t>Revenue Generation – Usage (contd...)</a:t>
            </a:r>
          </a:p>
          <a:p>
            <a:pPr algn="just">
              <a:lnSpc>
                <a:spcPct val="140000"/>
              </a:lnSpc>
              <a:buFontTx/>
              <a:buNone/>
            </a:pPr>
            <a:r>
              <a:rPr lang="en-US" altLang="en-US" sz="1100">
                <a:solidFill>
                  <a:schemeClr val="tx1"/>
                </a:solidFill>
                <a:ea typeface="굴림" panose="020B0600000101010101" pitchFamily="34" charset="-127"/>
              </a:rPr>
              <a:t>Once the call is established, IN needs to start performing its function of real time rating and balance depletion.</a:t>
            </a:r>
          </a:p>
        </p:txBody>
      </p:sp>
      <p:sp>
        <p:nvSpPr>
          <p:cNvPr id="67" name="AutoShape 99">
            <a:extLst>
              <a:ext uri="{FF2B5EF4-FFF2-40B4-BE49-F238E27FC236}">
                <a16:creationId xmlns:a16="http://schemas.microsoft.com/office/drawing/2014/main" id="{2185FCB2-AB86-45EF-BB05-8988A0F7BA9B}"/>
              </a:ext>
            </a:extLst>
          </p:cNvPr>
          <p:cNvSpPr>
            <a:spLocks noChangeArrowheads="1"/>
          </p:cNvSpPr>
          <p:nvPr/>
        </p:nvSpPr>
        <p:spPr bwMode="auto">
          <a:xfrm>
            <a:off x="4114800" y="2286000"/>
            <a:ext cx="4191000" cy="3352800"/>
          </a:xfrm>
          <a:prstGeom prst="roundRect">
            <a:avLst>
              <a:gd name="adj" fmla="val 0"/>
            </a:avLst>
          </a:prstGeom>
          <a:noFill/>
          <a:ln>
            <a:noFill/>
          </a:ln>
          <a:effectLst/>
          <a:extLst>
            <a:ext uri="{909E8E84-426E-40DD-AFC4-6F175D3DCCD1}">
              <a14:hiddenFill xmlns:a14="http://schemas.microsoft.com/office/drawing/2010/main">
                <a:solidFill>
                  <a:srgbClr val="777777">
                    <a:alpha val="33000"/>
                  </a:srgbClr>
                </a:solidFill>
              </a14:hiddenFill>
            </a:ext>
            <a:ext uri="{91240B29-F687-4F45-9708-019B960494DF}">
              <a14:hiddenLine xmlns:a14="http://schemas.microsoft.com/office/drawing/2010/main" w="3175" algn="ctr">
                <a:solidFill>
                  <a:srgbClr val="969696"/>
                </a:solidFill>
                <a:prstDash val="sysDot"/>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nSpc>
                <a:spcPct val="120000"/>
              </a:lnSpc>
              <a:spcBef>
                <a:spcPct val="20000"/>
              </a:spcBef>
              <a:spcAft>
                <a:spcPct val="20000"/>
              </a:spcAft>
              <a:buChar char="•"/>
              <a:defRPr sz="1000">
                <a:solidFill>
                  <a:srgbClr val="B26F7E"/>
                </a:solidFill>
                <a:latin typeface="Arial" panose="020B0604020202020204" pitchFamily="34" charset="0"/>
              </a:defRPr>
            </a:lvl1pPr>
            <a:lvl2pPr marL="742950" indent="-285750">
              <a:lnSpc>
                <a:spcPct val="120000"/>
              </a:lnSpc>
              <a:spcBef>
                <a:spcPct val="20000"/>
              </a:spcBef>
              <a:spcAft>
                <a:spcPct val="20000"/>
              </a:spcAft>
              <a:buChar char="–"/>
              <a:defRPr sz="1000">
                <a:solidFill>
                  <a:srgbClr val="B26F7E"/>
                </a:solidFill>
                <a:latin typeface="Arial" panose="020B0604020202020204" pitchFamily="34" charset="0"/>
              </a:defRPr>
            </a:lvl2pPr>
            <a:lvl3pPr marL="1143000" indent="-228600">
              <a:lnSpc>
                <a:spcPct val="120000"/>
              </a:lnSpc>
              <a:spcBef>
                <a:spcPct val="20000"/>
              </a:spcBef>
              <a:spcAft>
                <a:spcPct val="20000"/>
              </a:spcAft>
              <a:buChar char="•"/>
              <a:defRPr sz="1000">
                <a:solidFill>
                  <a:srgbClr val="B26F7E"/>
                </a:solidFill>
                <a:latin typeface="Arial" panose="020B0604020202020204" pitchFamily="34" charset="0"/>
              </a:defRPr>
            </a:lvl3pPr>
            <a:lvl4pPr marL="1600200" indent="-228600">
              <a:lnSpc>
                <a:spcPct val="120000"/>
              </a:lnSpc>
              <a:spcBef>
                <a:spcPct val="20000"/>
              </a:spcBef>
              <a:spcAft>
                <a:spcPct val="20000"/>
              </a:spcAft>
              <a:buChar char="–"/>
              <a:defRPr sz="1000">
                <a:solidFill>
                  <a:srgbClr val="B26F7E"/>
                </a:solidFill>
                <a:latin typeface="Arial" panose="020B0604020202020204" pitchFamily="34" charset="0"/>
              </a:defRPr>
            </a:lvl4pPr>
            <a:lvl5pPr marL="2057400" indent="-228600">
              <a:lnSpc>
                <a:spcPct val="120000"/>
              </a:lnSpc>
              <a:spcBef>
                <a:spcPct val="20000"/>
              </a:spcBef>
              <a:spcAft>
                <a:spcPct val="20000"/>
              </a:spcAft>
              <a:buChar char="»"/>
              <a:defRPr sz="1000">
                <a:solidFill>
                  <a:srgbClr val="B26F7E"/>
                </a:solidFill>
                <a:latin typeface="Arial" panose="020B0604020202020204" pitchFamily="34" charset="0"/>
              </a:defRPr>
            </a:lvl5pPr>
            <a:lvl6pPr marL="2514600" indent="-228600" fontAlgn="base">
              <a:lnSpc>
                <a:spcPct val="120000"/>
              </a:lnSpc>
              <a:spcBef>
                <a:spcPct val="20000"/>
              </a:spcBef>
              <a:spcAft>
                <a:spcPct val="20000"/>
              </a:spcAft>
              <a:buChar char="»"/>
              <a:defRPr sz="1000">
                <a:solidFill>
                  <a:srgbClr val="B26F7E"/>
                </a:solidFill>
                <a:latin typeface="Arial" panose="020B0604020202020204" pitchFamily="34" charset="0"/>
              </a:defRPr>
            </a:lvl6pPr>
            <a:lvl7pPr marL="2971800" indent="-228600" fontAlgn="base">
              <a:lnSpc>
                <a:spcPct val="120000"/>
              </a:lnSpc>
              <a:spcBef>
                <a:spcPct val="20000"/>
              </a:spcBef>
              <a:spcAft>
                <a:spcPct val="20000"/>
              </a:spcAft>
              <a:buChar char="»"/>
              <a:defRPr sz="1000">
                <a:solidFill>
                  <a:srgbClr val="B26F7E"/>
                </a:solidFill>
                <a:latin typeface="Arial" panose="020B0604020202020204" pitchFamily="34" charset="0"/>
              </a:defRPr>
            </a:lvl7pPr>
            <a:lvl8pPr marL="3429000" indent="-228600" fontAlgn="base">
              <a:lnSpc>
                <a:spcPct val="120000"/>
              </a:lnSpc>
              <a:spcBef>
                <a:spcPct val="20000"/>
              </a:spcBef>
              <a:spcAft>
                <a:spcPct val="20000"/>
              </a:spcAft>
              <a:buChar char="»"/>
              <a:defRPr sz="1000">
                <a:solidFill>
                  <a:srgbClr val="B26F7E"/>
                </a:solidFill>
                <a:latin typeface="Arial" panose="020B0604020202020204" pitchFamily="34" charset="0"/>
              </a:defRPr>
            </a:lvl8pPr>
            <a:lvl9pPr marL="3886200" indent="-228600" fontAlgn="base">
              <a:lnSpc>
                <a:spcPct val="120000"/>
              </a:lnSpc>
              <a:spcBef>
                <a:spcPct val="20000"/>
              </a:spcBef>
              <a:spcAft>
                <a:spcPct val="20000"/>
              </a:spcAft>
              <a:buChar char="»"/>
              <a:defRPr sz="1000">
                <a:solidFill>
                  <a:srgbClr val="B26F7E"/>
                </a:solidFill>
                <a:latin typeface="Arial" panose="020B0604020202020204" pitchFamily="34" charset="0"/>
              </a:defRPr>
            </a:lvl9pPr>
          </a:lstStyle>
          <a:p>
            <a:pPr>
              <a:lnSpc>
                <a:spcPct val="140000"/>
              </a:lnSpc>
              <a:buFontTx/>
              <a:buBlip>
                <a:blip r:embed="rId3"/>
              </a:buBlip>
            </a:pPr>
            <a:r>
              <a:rPr lang="en-US" altLang="en-US" sz="1100">
                <a:solidFill>
                  <a:schemeClr val="tx1"/>
                </a:solidFill>
                <a:ea typeface="굴림" panose="020B0600000101010101" pitchFamily="34" charset="-127"/>
              </a:rPr>
              <a:t>IN starts granting time periods to MSC in buckets based on the defined time limit. For e.g., if defined time limit is 60 seconds,  IN communicates with MSC every 60 seconds to either extend the call for next 60 seconds or disconnect the call. </a:t>
            </a:r>
          </a:p>
          <a:p>
            <a:pPr>
              <a:lnSpc>
                <a:spcPct val="140000"/>
              </a:lnSpc>
              <a:buFontTx/>
              <a:buBlip>
                <a:blip r:embed="rId3"/>
              </a:buBlip>
            </a:pPr>
            <a:r>
              <a:rPr lang="en-US" altLang="en-US" sz="1100">
                <a:solidFill>
                  <a:schemeClr val="tx1"/>
                </a:solidFill>
                <a:ea typeface="굴림" panose="020B0600000101010101" pitchFamily="34" charset="-127"/>
              </a:rPr>
              <a:t>Service will continue as long as IN keeps granting time to the subscriber. Call gets disconnected once IN stops granting time. </a:t>
            </a:r>
          </a:p>
          <a:p>
            <a:pPr>
              <a:lnSpc>
                <a:spcPct val="140000"/>
              </a:lnSpc>
              <a:buFontTx/>
              <a:buBlip>
                <a:blip r:embed="rId3"/>
              </a:buBlip>
            </a:pPr>
            <a:r>
              <a:rPr lang="en-US" altLang="en-US" sz="1100">
                <a:solidFill>
                  <a:schemeClr val="tx1"/>
                </a:solidFill>
                <a:ea typeface="굴림" panose="020B0600000101010101" pitchFamily="34" charset="-127"/>
              </a:rPr>
              <a:t>Subscriber is informed by SMS when the airtime balance is low or exhausted.</a:t>
            </a:r>
          </a:p>
          <a:p>
            <a:pPr>
              <a:lnSpc>
                <a:spcPct val="140000"/>
              </a:lnSpc>
              <a:buFontTx/>
              <a:buBlip>
                <a:blip r:embed="rId3"/>
              </a:buBlip>
            </a:pPr>
            <a:r>
              <a:rPr lang="en-US" altLang="en-US" sz="1100">
                <a:solidFill>
                  <a:schemeClr val="tx1"/>
                </a:solidFill>
                <a:ea typeface="굴림" panose="020B0600000101010101" pitchFamily="34" charset="-127"/>
              </a:rPr>
              <a:t>Once the call is complete, an INDR is generated in the IN. INDR contains call details like start time, end time, duration, amount/balance depleted etc.</a:t>
            </a:r>
          </a:p>
        </p:txBody>
      </p:sp>
      <p:pic>
        <p:nvPicPr>
          <p:cNvPr id="68" name="Picture 66">
            <a:extLst>
              <a:ext uri="{FF2B5EF4-FFF2-40B4-BE49-F238E27FC236}">
                <a16:creationId xmlns:a16="http://schemas.microsoft.com/office/drawing/2014/main" id="{F47D76CD-1CDA-46B6-B6A3-4C3A2FA656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9808" y="2911794"/>
            <a:ext cx="379413" cy="76200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a:extLst>
              <a:ext uri="{FF2B5EF4-FFF2-40B4-BE49-F238E27FC236}">
                <a16:creationId xmlns:a16="http://schemas.microsoft.com/office/drawing/2014/main" id="{FBED2319-9B08-484E-9FB7-2FC7715393B6}"/>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6408" y="3749994"/>
            <a:ext cx="417513" cy="533400"/>
          </a:xfrm>
          <a:prstGeom prst="rect">
            <a:avLst/>
          </a:prstGeom>
          <a:noFill/>
          <a:extLst>
            <a:ext uri="{909E8E84-426E-40DD-AFC4-6F175D3DCCD1}">
              <a14:hiddenFill xmlns:a14="http://schemas.microsoft.com/office/drawing/2010/main">
                <a:solidFill>
                  <a:srgbClr val="FFFFFF"/>
                </a:solidFill>
              </a14:hiddenFill>
            </a:ext>
          </a:extLst>
        </p:spPr>
      </p:pic>
      <p:sp>
        <p:nvSpPr>
          <p:cNvPr id="71" name="Text Box 70">
            <a:extLst>
              <a:ext uri="{FF2B5EF4-FFF2-40B4-BE49-F238E27FC236}">
                <a16:creationId xmlns:a16="http://schemas.microsoft.com/office/drawing/2014/main" id="{6C37E746-65E9-427D-AD55-DCDCE9BA581D}"/>
              </a:ext>
            </a:extLst>
          </p:cNvPr>
          <p:cNvSpPr txBox="1">
            <a:spLocks noChangeArrowheads="1"/>
          </p:cNvSpPr>
          <p:nvPr/>
        </p:nvSpPr>
        <p:spPr bwMode="auto">
          <a:xfrm>
            <a:off x="786408" y="4359594"/>
            <a:ext cx="285750" cy="21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IN</a:t>
            </a:r>
          </a:p>
        </p:txBody>
      </p:sp>
      <p:sp>
        <p:nvSpPr>
          <p:cNvPr id="72" name="Text Box 75">
            <a:extLst>
              <a:ext uri="{FF2B5EF4-FFF2-40B4-BE49-F238E27FC236}">
                <a16:creationId xmlns:a16="http://schemas.microsoft.com/office/drawing/2014/main" id="{DF1ACA21-7045-4051-B9AD-44B0975B4EE8}"/>
              </a:ext>
            </a:extLst>
          </p:cNvPr>
          <p:cNvSpPr txBox="1">
            <a:spLocks noChangeArrowheads="1"/>
          </p:cNvSpPr>
          <p:nvPr/>
        </p:nvSpPr>
        <p:spPr bwMode="auto">
          <a:xfrm>
            <a:off x="1336082" y="3673794"/>
            <a:ext cx="377026"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MSC</a:t>
            </a:r>
          </a:p>
        </p:txBody>
      </p:sp>
      <p:sp>
        <p:nvSpPr>
          <p:cNvPr id="73" name="Line 85">
            <a:extLst>
              <a:ext uri="{FF2B5EF4-FFF2-40B4-BE49-F238E27FC236}">
                <a16:creationId xmlns:a16="http://schemas.microsoft.com/office/drawing/2014/main" id="{D255E43A-E061-4404-A9B9-257314445932}"/>
              </a:ext>
            </a:extLst>
          </p:cNvPr>
          <p:cNvSpPr>
            <a:spLocks noChangeShapeType="1"/>
          </p:cNvSpPr>
          <p:nvPr/>
        </p:nvSpPr>
        <p:spPr bwMode="auto">
          <a:xfrm flipH="1">
            <a:off x="1015008" y="3445194"/>
            <a:ext cx="228600" cy="228600"/>
          </a:xfrm>
          <a:prstGeom prst="line">
            <a:avLst/>
          </a:prstGeom>
          <a:noFill/>
          <a:ln w="381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 name="Line 88">
            <a:extLst>
              <a:ext uri="{FF2B5EF4-FFF2-40B4-BE49-F238E27FC236}">
                <a16:creationId xmlns:a16="http://schemas.microsoft.com/office/drawing/2014/main" id="{F3677D6B-FF8E-4586-9688-BCFA172F164A}"/>
              </a:ext>
            </a:extLst>
          </p:cNvPr>
          <p:cNvSpPr>
            <a:spLocks noChangeShapeType="1"/>
          </p:cNvSpPr>
          <p:nvPr/>
        </p:nvSpPr>
        <p:spPr bwMode="auto">
          <a:xfrm flipV="1">
            <a:off x="1853208" y="2606994"/>
            <a:ext cx="457200" cy="533400"/>
          </a:xfrm>
          <a:prstGeom prst="line">
            <a:avLst/>
          </a:prstGeom>
          <a:noFill/>
          <a:ln w="3810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 name="Line 90">
            <a:extLst>
              <a:ext uri="{FF2B5EF4-FFF2-40B4-BE49-F238E27FC236}">
                <a16:creationId xmlns:a16="http://schemas.microsoft.com/office/drawing/2014/main" id="{0162CC51-9AAE-4DB0-BC4E-59E2D566BC9D}"/>
              </a:ext>
            </a:extLst>
          </p:cNvPr>
          <p:cNvSpPr>
            <a:spLocks noChangeShapeType="1"/>
          </p:cNvSpPr>
          <p:nvPr/>
        </p:nvSpPr>
        <p:spPr bwMode="auto">
          <a:xfrm flipV="1">
            <a:off x="1700808" y="5350194"/>
            <a:ext cx="457200" cy="0"/>
          </a:xfrm>
          <a:prstGeom prst="line">
            <a:avLst/>
          </a:prstGeom>
          <a:noFill/>
          <a:ln w="38100">
            <a:solidFill>
              <a:srgbClr val="99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 name="AutoShape 61">
            <a:extLst>
              <a:ext uri="{FF2B5EF4-FFF2-40B4-BE49-F238E27FC236}">
                <a16:creationId xmlns:a16="http://schemas.microsoft.com/office/drawing/2014/main" id="{F9BCB911-94E3-4623-A1E0-575EC4AE73E7}"/>
              </a:ext>
            </a:extLst>
          </p:cNvPr>
          <p:cNvSpPr>
            <a:spLocks noChangeArrowheads="1"/>
          </p:cNvSpPr>
          <p:nvPr/>
        </p:nvSpPr>
        <p:spPr bwMode="auto">
          <a:xfrm>
            <a:off x="554633" y="1997394"/>
            <a:ext cx="841375" cy="749300"/>
          </a:xfrm>
          <a:prstGeom prst="hexagon">
            <a:avLst>
              <a:gd name="adj" fmla="val 28072"/>
              <a:gd name="vf" fmla="val 115470"/>
            </a:avLst>
          </a:prstGeom>
          <a:solidFill>
            <a:srgbClr val="336699"/>
          </a:solidFill>
          <a:ln w="9525">
            <a:solidFill>
              <a:srgbClr val="B2B2B2"/>
            </a:solidFill>
            <a:miter lim="800000"/>
            <a:headEnd/>
            <a:tailEnd/>
          </a:ln>
          <a:effectLst>
            <a:outerShdw dist="35921" dir="2700000" algn="ctr" rotWithShape="0">
              <a:schemeClr val="bg2"/>
            </a:outerShdw>
          </a:effectLst>
        </p:spPr>
        <p:txBody>
          <a:bodyPr wrap="none" anchor="b"/>
          <a:lstStyle/>
          <a:p>
            <a:pPr algn="ctr"/>
            <a:endParaRPr lang="en-US" altLang="en-US" sz="500">
              <a:cs typeface="Arial" panose="020B0604020202020204" pitchFamily="34" charset="0"/>
            </a:endParaRPr>
          </a:p>
        </p:txBody>
      </p:sp>
      <p:pic>
        <p:nvPicPr>
          <p:cNvPr id="78" name="Picture 62">
            <a:hlinkClick r:id="rId6"/>
            <a:extLst>
              <a:ext uri="{FF2B5EF4-FFF2-40B4-BE49-F238E27FC236}">
                <a16:creationId xmlns:a16="http://schemas.microsoft.com/office/drawing/2014/main" id="{377CD241-98BA-4429-AE4E-F4A06E0D07CF}"/>
              </a:ext>
            </a:extLst>
          </p:cNvPr>
          <p:cNvPicPr>
            <a:picLocks noChangeAspect="1" noChangeArrowheads="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6721" y="2137094"/>
            <a:ext cx="188912" cy="228600"/>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63">
            <a:extLst>
              <a:ext uri="{FF2B5EF4-FFF2-40B4-BE49-F238E27FC236}">
                <a16:creationId xmlns:a16="http://schemas.microsoft.com/office/drawing/2014/main" id="{FAEB2CA9-D29D-43D8-9633-F59ECFEA565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983258" y="2060894"/>
            <a:ext cx="1047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 name="Text Box 64">
            <a:extLst>
              <a:ext uri="{FF2B5EF4-FFF2-40B4-BE49-F238E27FC236}">
                <a16:creationId xmlns:a16="http://schemas.microsoft.com/office/drawing/2014/main" id="{E157A7BA-3E42-472F-8F92-6CD0731C4A34}"/>
              </a:ext>
            </a:extLst>
          </p:cNvPr>
          <p:cNvSpPr txBox="1">
            <a:spLocks noChangeArrowheads="1"/>
          </p:cNvSpPr>
          <p:nvPr/>
        </p:nvSpPr>
        <p:spPr bwMode="auto">
          <a:xfrm>
            <a:off x="853083" y="2532382"/>
            <a:ext cx="34176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800" b="1"/>
              <a:t>BTS</a:t>
            </a:r>
          </a:p>
        </p:txBody>
      </p:sp>
      <p:sp>
        <p:nvSpPr>
          <p:cNvPr id="81" name="Text Box 91">
            <a:extLst>
              <a:ext uri="{FF2B5EF4-FFF2-40B4-BE49-F238E27FC236}">
                <a16:creationId xmlns:a16="http://schemas.microsoft.com/office/drawing/2014/main" id="{42D66D18-8D36-4068-BB26-BDA199702287}"/>
              </a:ext>
            </a:extLst>
          </p:cNvPr>
          <p:cNvSpPr txBox="1">
            <a:spLocks noChangeArrowheads="1"/>
          </p:cNvSpPr>
          <p:nvPr/>
        </p:nvSpPr>
        <p:spPr bwMode="auto">
          <a:xfrm>
            <a:off x="559629" y="2289494"/>
            <a:ext cx="247183"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A</a:t>
            </a:r>
          </a:p>
        </p:txBody>
      </p:sp>
      <p:sp>
        <p:nvSpPr>
          <p:cNvPr id="82" name="AutoShape 78">
            <a:extLst>
              <a:ext uri="{FF2B5EF4-FFF2-40B4-BE49-F238E27FC236}">
                <a16:creationId xmlns:a16="http://schemas.microsoft.com/office/drawing/2014/main" id="{C02950BD-A4E6-4992-B6BE-16F49A5F18FD}"/>
              </a:ext>
            </a:extLst>
          </p:cNvPr>
          <p:cNvSpPr>
            <a:spLocks noChangeArrowheads="1"/>
          </p:cNvSpPr>
          <p:nvPr/>
        </p:nvSpPr>
        <p:spPr bwMode="auto">
          <a:xfrm>
            <a:off x="2996208" y="1997394"/>
            <a:ext cx="841375" cy="749300"/>
          </a:xfrm>
          <a:prstGeom prst="hexagon">
            <a:avLst>
              <a:gd name="adj" fmla="val 28072"/>
              <a:gd name="vf" fmla="val 115470"/>
            </a:avLst>
          </a:prstGeom>
          <a:solidFill>
            <a:srgbClr val="336699"/>
          </a:solidFill>
          <a:ln w="9525" algn="ctr">
            <a:solidFill>
              <a:srgbClr val="B2B2B2"/>
            </a:solidFill>
            <a:miter lim="800000"/>
            <a:headEnd/>
            <a:tailEnd/>
          </a:ln>
          <a:effectLst>
            <a:outerShdw dist="35921" dir="2700000" algn="ctr" rotWithShape="0">
              <a:schemeClr val="bg2"/>
            </a:outerShdw>
          </a:effectLst>
        </p:spPr>
        <p:txBody>
          <a:bodyPr wrap="none" anchor="b"/>
          <a:lstStyle/>
          <a:p>
            <a:pPr algn="ctr"/>
            <a:endParaRPr lang="en-US" altLang="en-US" sz="500">
              <a:cs typeface="Arial" panose="020B0604020202020204" pitchFamily="34" charset="0"/>
            </a:endParaRPr>
          </a:p>
        </p:txBody>
      </p:sp>
      <p:pic>
        <p:nvPicPr>
          <p:cNvPr id="83" name="Picture 79">
            <a:hlinkClick r:id="rId6"/>
            <a:extLst>
              <a:ext uri="{FF2B5EF4-FFF2-40B4-BE49-F238E27FC236}">
                <a16:creationId xmlns:a16="http://schemas.microsoft.com/office/drawing/2014/main" id="{7AFE9ADA-B0BA-4BB6-8D99-093D8FB25CD6}"/>
              </a:ext>
            </a:extLst>
          </p:cNvPr>
          <p:cNvPicPr>
            <a:picLocks noChangeAspect="1" noChangeArrowheads="1"/>
          </p:cNvPicPr>
          <p:nvPr/>
        </p:nvPicPr>
        <p:blipFill>
          <a:blip r:embed="rId7">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3188296" y="2137094"/>
            <a:ext cx="188912" cy="228600"/>
          </a:xfrm>
          <a:prstGeom prst="rect">
            <a:avLst/>
          </a:prstGeom>
          <a:solidFill>
            <a:srgbClr val="336699"/>
          </a:solidFill>
          <a:ln>
            <a:noFill/>
          </a:ln>
          <a:effectLst/>
          <a:extLs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4" name="Picture 80">
            <a:extLst>
              <a:ext uri="{FF2B5EF4-FFF2-40B4-BE49-F238E27FC236}">
                <a16:creationId xmlns:a16="http://schemas.microsoft.com/office/drawing/2014/main" id="{183155A4-1418-4004-BDE6-9220A8EAD23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3424833" y="2060894"/>
            <a:ext cx="104775" cy="457200"/>
          </a:xfrm>
          <a:prstGeom prst="rect">
            <a:avLst/>
          </a:prstGeom>
          <a:solidFill>
            <a:srgbClr val="336699"/>
          </a:solidFill>
          <a:ln>
            <a:noFill/>
          </a:ln>
          <a:effectLst/>
          <a:extLs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5" name="Text Box 81">
            <a:extLst>
              <a:ext uri="{FF2B5EF4-FFF2-40B4-BE49-F238E27FC236}">
                <a16:creationId xmlns:a16="http://schemas.microsoft.com/office/drawing/2014/main" id="{059DE6D8-52C6-48BA-9A55-5BA932510DE6}"/>
              </a:ext>
            </a:extLst>
          </p:cNvPr>
          <p:cNvSpPr txBox="1">
            <a:spLocks noChangeArrowheads="1"/>
          </p:cNvSpPr>
          <p:nvPr/>
        </p:nvSpPr>
        <p:spPr bwMode="auto">
          <a:xfrm>
            <a:off x="3294658" y="2532382"/>
            <a:ext cx="387350" cy="214312"/>
          </a:xfrm>
          <a:prstGeom prst="rect">
            <a:avLst/>
          </a:prstGeom>
          <a:noFill/>
          <a:ln>
            <a:noFill/>
          </a:ln>
          <a:effectLst/>
          <a:extLst>
            <a:ext uri="{909E8E84-426E-40DD-AFC4-6F175D3DCCD1}">
              <a14:hiddenFill xmlns:a14="http://schemas.microsoft.com/office/drawing/2010/main">
                <a:solidFill>
                  <a:srgbClr val="336699"/>
                </a:solidFill>
              </a14:hiddenFill>
            </a:ext>
            <a:ext uri="{91240B29-F687-4F45-9708-019B960494DF}">
              <a14:hiddenLine xmlns:a14="http://schemas.microsoft.com/office/drawing/2010/main" w="9525" algn="ctr">
                <a:solidFill>
                  <a:srgbClr val="B2B2B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b"/>
          <a:lstStyle/>
          <a:p>
            <a:pPr algn="ctr"/>
            <a:r>
              <a:rPr lang="en-US" altLang="en-US" sz="800" b="1">
                <a:cs typeface="Arial" panose="020B0604020202020204" pitchFamily="34" charset="0"/>
              </a:rPr>
              <a:t>BTS</a:t>
            </a:r>
          </a:p>
        </p:txBody>
      </p:sp>
      <p:sp>
        <p:nvSpPr>
          <p:cNvPr id="88" name="Text Box 92">
            <a:extLst>
              <a:ext uri="{FF2B5EF4-FFF2-40B4-BE49-F238E27FC236}">
                <a16:creationId xmlns:a16="http://schemas.microsoft.com/office/drawing/2014/main" id="{F3BA79D5-4334-44C5-94C5-A94A21C9ABBB}"/>
              </a:ext>
            </a:extLst>
          </p:cNvPr>
          <p:cNvSpPr txBox="1">
            <a:spLocks noChangeArrowheads="1"/>
          </p:cNvSpPr>
          <p:nvPr/>
        </p:nvSpPr>
        <p:spPr bwMode="auto">
          <a:xfrm>
            <a:off x="3003608" y="2302194"/>
            <a:ext cx="242374"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800" b="1"/>
              <a:t>B</a:t>
            </a:r>
          </a:p>
        </p:txBody>
      </p:sp>
      <p:sp>
        <p:nvSpPr>
          <p:cNvPr id="89" name="Line 94">
            <a:extLst>
              <a:ext uri="{FF2B5EF4-FFF2-40B4-BE49-F238E27FC236}">
                <a16:creationId xmlns:a16="http://schemas.microsoft.com/office/drawing/2014/main" id="{33A6B814-2B03-485A-9898-DD60001A4841}"/>
              </a:ext>
            </a:extLst>
          </p:cNvPr>
          <p:cNvSpPr>
            <a:spLocks noChangeShapeType="1"/>
          </p:cNvSpPr>
          <p:nvPr/>
        </p:nvSpPr>
        <p:spPr bwMode="auto">
          <a:xfrm flipH="1" flipV="1">
            <a:off x="1624608" y="2378394"/>
            <a:ext cx="1219200" cy="0"/>
          </a:xfrm>
          <a:prstGeom prst="line">
            <a:avLst/>
          </a:prstGeom>
          <a:noFill/>
          <a:ln w="38100">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0" name="Line 96">
            <a:extLst>
              <a:ext uri="{FF2B5EF4-FFF2-40B4-BE49-F238E27FC236}">
                <a16:creationId xmlns:a16="http://schemas.microsoft.com/office/drawing/2014/main" id="{7F0057E9-59EC-41A9-836E-3306305E104E}"/>
              </a:ext>
            </a:extLst>
          </p:cNvPr>
          <p:cNvSpPr>
            <a:spLocks noChangeShapeType="1"/>
          </p:cNvSpPr>
          <p:nvPr/>
        </p:nvSpPr>
        <p:spPr bwMode="auto">
          <a:xfrm flipV="1">
            <a:off x="1243608" y="3902394"/>
            <a:ext cx="228600" cy="228600"/>
          </a:xfrm>
          <a:prstGeom prst="line">
            <a:avLst/>
          </a:prstGeom>
          <a:noFill/>
          <a:ln w="3810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1" name="Text Box 97">
            <a:extLst>
              <a:ext uri="{FF2B5EF4-FFF2-40B4-BE49-F238E27FC236}">
                <a16:creationId xmlns:a16="http://schemas.microsoft.com/office/drawing/2014/main" id="{CAD11C0A-7C8F-4086-8457-C9208A870B12}"/>
              </a:ext>
            </a:extLst>
          </p:cNvPr>
          <p:cNvSpPr txBox="1">
            <a:spLocks noChangeArrowheads="1"/>
          </p:cNvSpPr>
          <p:nvPr/>
        </p:nvSpPr>
        <p:spPr bwMode="auto">
          <a:xfrm>
            <a:off x="2462808" y="3292794"/>
            <a:ext cx="1133475" cy="381000"/>
          </a:xfrm>
          <a:prstGeom prst="rect">
            <a:avLst/>
          </a:prstGeom>
          <a:noFill/>
          <a:ln w="9525">
            <a:solidFill>
              <a:srgbClr val="99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r>
              <a:rPr lang="en-US" altLang="en-US" sz="900" b="1"/>
              <a:t>DISCONNECTED</a:t>
            </a:r>
          </a:p>
        </p:txBody>
      </p:sp>
      <p:sp>
        <p:nvSpPr>
          <p:cNvPr id="92" name="Line 103">
            <a:extLst>
              <a:ext uri="{FF2B5EF4-FFF2-40B4-BE49-F238E27FC236}">
                <a16:creationId xmlns:a16="http://schemas.microsoft.com/office/drawing/2014/main" id="{90A78C96-1224-498F-B534-A3303309CDE6}"/>
              </a:ext>
            </a:extLst>
          </p:cNvPr>
          <p:cNvSpPr>
            <a:spLocks noChangeShapeType="1"/>
          </p:cNvSpPr>
          <p:nvPr/>
        </p:nvSpPr>
        <p:spPr bwMode="auto">
          <a:xfrm flipV="1">
            <a:off x="1777008" y="3445194"/>
            <a:ext cx="609600" cy="0"/>
          </a:xfrm>
          <a:prstGeom prst="line">
            <a:avLst/>
          </a:prstGeom>
          <a:noFill/>
          <a:ln w="38100">
            <a:solidFill>
              <a:srgbClr val="99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3" name="Line 105">
            <a:extLst>
              <a:ext uri="{FF2B5EF4-FFF2-40B4-BE49-F238E27FC236}">
                <a16:creationId xmlns:a16="http://schemas.microsoft.com/office/drawing/2014/main" id="{F8C82EA9-CF9A-4D7E-BA2C-589470DC77EC}"/>
              </a:ext>
            </a:extLst>
          </p:cNvPr>
          <p:cNvSpPr>
            <a:spLocks noChangeShapeType="1"/>
          </p:cNvSpPr>
          <p:nvPr/>
        </p:nvSpPr>
        <p:spPr bwMode="auto">
          <a:xfrm flipV="1">
            <a:off x="1396008" y="3978594"/>
            <a:ext cx="228600" cy="228600"/>
          </a:xfrm>
          <a:prstGeom prst="line">
            <a:avLst/>
          </a:prstGeom>
          <a:noFill/>
          <a:ln w="38100">
            <a:solidFill>
              <a:srgbClr val="99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4" name="Line 106">
            <a:extLst>
              <a:ext uri="{FF2B5EF4-FFF2-40B4-BE49-F238E27FC236}">
                <a16:creationId xmlns:a16="http://schemas.microsoft.com/office/drawing/2014/main" id="{4561779D-6B59-4280-8070-D4C32213851B}"/>
              </a:ext>
            </a:extLst>
          </p:cNvPr>
          <p:cNvSpPr>
            <a:spLocks noChangeShapeType="1"/>
          </p:cNvSpPr>
          <p:nvPr/>
        </p:nvSpPr>
        <p:spPr bwMode="auto">
          <a:xfrm flipV="1">
            <a:off x="634008" y="5350194"/>
            <a:ext cx="457200" cy="0"/>
          </a:xfrm>
          <a:prstGeom prst="line">
            <a:avLst/>
          </a:prstGeom>
          <a:noFill/>
          <a:ln w="38100">
            <a:solidFill>
              <a:srgbClr val="00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5" name="Text Box 108">
            <a:extLst>
              <a:ext uri="{FF2B5EF4-FFF2-40B4-BE49-F238E27FC236}">
                <a16:creationId xmlns:a16="http://schemas.microsoft.com/office/drawing/2014/main" id="{3A4818D7-D8DC-4DE2-84FF-BC98F64CE13F}"/>
              </a:ext>
            </a:extLst>
          </p:cNvPr>
          <p:cNvSpPr txBox="1">
            <a:spLocks noChangeArrowheads="1"/>
          </p:cNvSpPr>
          <p:nvPr/>
        </p:nvSpPr>
        <p:spPr bwMode="auto">
          <a:xfrm>
            <a:off x="1472208" y="4892994"/>
            <a:ext cx="1066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800"/>
              <a:t>Message to disconnect the call</a:t>
            </a:r>
          </a:p>
        </p:txBody>
      </p:sp>
      <p:sp>
        <p:nvSpPr>
          <p:cNvPr id="96" name="Text Box 109">
            <a:extLst>
              <a:ext uri="{FF2B5EF4-FFF2-40B4-BE49-F238E27FC236}">
                <a16:creationId xmlns:a16="http://schemas.microsoft.com/office/drawing/2014/main" id="{F0324588-CEA3-4230-9A63-102FDE5B1FB9}"/>
              </a:ext>
            </a:extLst>
          </p:cNvPr>
          <p:cNvSpPr txBox="1">
            <a:spLocks noChangeArrowheads="1"/>
          </p:cNvSpPr>
          <p:nvPr/>
        </p:nvSpPr>
        <p:spPr bwMode="auto">
          <a:xfrm>
            <a:off x="405408" y="4892994"/>
            <a:ext cx="9255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800"/>
              <a:t>Message to extends the call</a:t>
            </a:r>
          </a:p>
        </p:txBody>
      </p:sp>
    </p:spTree>
    <p:extLst>
      <p:ext uri="{BB962C8B-B14F-4D97-AF65-F5344CB8AC3E}">
        <p14:creationId xmlns:p14="http://schemas.microsoft.com/office/powerpoint/2010/main" val="390097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7">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7">
                                            <p:txEl>
                                              <p:pRg st="3" end="3"/>
                                            </p:txEl>
                                          </p:spTgt>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77"/>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8"/>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79"/>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grpId="0" nodeType="afterEffect">
                                  <p:stCondLst>
                                    <p:cond delay="0"/>
                                  </p:stCondLst>
                                  <p:childTnLst>
                                    <p:set>
                                      <p:cBhvr>
                                        <p:cTn id="36" dur="1" fill="hold">
                                          <p:stCondLst>
                                            <p:cond delay="0"/>
                                          </p:stCondLst>
                                        </p:cTn>
                                        <p:tgtEl>
                                          <p:spTgt spid="80"/>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81"/>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childTnLst>
                                    <p:set>
                                      <p:cBhvr>
                                        <p:cTn id="42" dur="1" fill="hold">
                                          <p:stCondLst>
                                            <p:cond delay="0"/>
                                          </p:stCondLst>
                                        </p:cTn>
                                        <p:tgtEl>
                                          <p:spTgt spid="82"/>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nodeType="afterEffect">
                                  <p:stCondLst>
                                    <p:cond delay="0"/>
                                  </p:stCondLst>
                                  <p:childTnLst>
                                    <p:set>
                                      <p:cBhvr>
                                        <p:cTn id="45" dur="1" fill="hold">
                                          <p:stCondLst>
                                            <p:cond delay="0"/>
                                          </p:stCondLst>
                                        </p:cTn>
                                        <p:tgtEl>
                                          <p:spTgt spid="83"/>
                                        </p:tgtEl>
                                        <p:attrNameLst>
                                          <p:attrName>style.visibility</p:attrName>
                                        </p:attrNameLst>
                                      </p:cBhvr>
                                      <p:to>
                                        <p:strVal val="visible"/>
                                      </p:to>
                                    </p:set>
                                  </p:childTnLst>
                                </p:cTn>
                              </p:par>
                            </p:childTnLst>
                          </p:cTn>
                        </p:par>
                        <p:par>
                          <p:cTn id="46" fill="hold">
                            <p:stCondLst>
                              <p:cond delay="0"/>
                            </p:stCondLst>
                            <p:childTnLst>
                              <p:par>
                                <p:cTn id="47" presetID="1" presetClass="entr" presetSubtype="0" fill="hold" nodeType="after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grpId="0" nodeType="afterEffect">
                                  <p:stCondLst>
                                    <p:cond delay="0"/>
                                  </p:stCondLst>
                                  <p:childTnLst>
                                    <p:set>
                                      <p:cBhvr>
                                        <p:cTn id="51" dur="1" fill="hold">
                                          <p:stCondLst>
                                            <p:cond delay="0"/>
                                          </p:stCondLst>
                                        </p:cTn>
                                        <p:tgtEl>
                                          <p:spTgt spid="85"/>
                                        </p:tgtEl>
                                        <p:attrNameLst>
                                          <p:attrName>style.visibility</p:attrName>
                                        </p:attrNameLst>
                                      </p:cBhvr>
                                      <p:to>
                                        <p:strVal val="visible"/>
                                      </p:to>
                                    </p:set>
                                  </p:childTnLst>
                                </p:cTn>
                              </p:par>
                            </p:childTnLst>
                          </p:cTn>
                        </p:par>
                        <p:par>
                          <p:cTn id="52" fill="hold">
                            <p:stCondLst>
                              <p:cond delay="0"/>
                            </p:stCondLst>
                            <p:childTnLst>
                              <p:par>
                                <p:cTn id="53" presetID="1" presetClass="entr" presetSubtype="0" fill="hold" grpId="0" nodeType="afterEffect">
                                  <p:stCondLst>
                                    <p:cond delay="0"/>
                                  </p:stCondLst>
                                  <p:childTnLst>
                                    <p:set>
                                      <p:cBhvr>
                                        <p:cTn id="54" dur="1" fill="hold">
                                          <p:stCondLst>
                                            <p:cond delay="0"/>
                                          </p:stCondLst>
                                        </p:cTn>
                                        <p:tgtEl>
                                          <p:spTgt spid="88"/>
                                        </p:tgtEl>
                                        <p:attrNameLst>
                                          <p:attrName>style.visibility</p:attrName>
                                        </p:attrNameLst>
                                      </p:cBhvr>
                                      <p:to>
                                        <p:strVal val="visible"/>
                                      </p:to>
                                    </p:set>
                                  </p:childTnLst>
                                </p:cTn>
                              </p:par>
                            </p:childTnLst>
                          </p:cTn>
                        </p:par>
                        <p:par>
                          <p:cTn id="55" fill="hold">
                            <p:stCondLst>
                              <p:cond delay="0"/>
                            </p:stCondLst>
                            <p:childTnLst>
                              <p:par>
                                <p:cTn id="56" presetID="1" presetClass="entr" presetSubtype="0" fill="hold" nodeType="afterEffect">
                                  <p:stCondLst>
                                    <p:cond delay="0"/>
                                  </p:stCondLst>
                                  <p:childTnLst>
                                    <p:set>
                                      <p:cBhvr>
                                        <p:cTn id="57" dur="1" fill="hold">
                                          <p:stCondLst>
                                            <p:cond delay="0"/>
                                          </p:stCondLst>
                                        </p:cTn>
                                        <p:tgtEl>
                                          <p:spTgt spid="89"/>
                                        </p:tgtEl>
                                        <p:attrNameLst>
                                          <p:attrName>style.visibility</p:attrName>
                                        </p:attrNameLst>
                                      </p:cBhvr>
                                      <p:to>
                                        <p:strVal val="visible"/>
                                      </p:to>
                                    </p:set>
                                  </p:childTnLst>
                                </p:cTn>
                              </p:par>
                            </p:childTnLst>
                          </p:cTn>
                        </p:par>
                        <p:par>
                          <p:cTn id="58" fill="hold">
                            <p:stCondLst>
                              <p:cond delay="0"/>
                            </p:stCondLst>
                            <p:childTnLst>
                              <p:par>
                                <p:cTn id="59" presetID="1" presetClass="entr" presetSubtype="0" fill="hold" nodeType="after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childTnLst>
                          </p:cTn>
                        </p:par>
                        <p:par>
                          <p:cTn id="61" fill="hold">
                            <p:stCondLst>
                              <p:cond delay="0"/>
                            </p:stCondLst>
                            <p:childTnLst>
                              <p:par>
                                <p:cTn id="62" presetID="1" presetClass="entr" presetSubtype="0" fill="hold" grpId="0" nodeType="afterEffect">
                                  <p:stCondLst>
                                    <p:cond delay="0"/>
                                  </p:stCondLst>
                                  <p:childTnLst>
                                    <p:set>
                                      <p:cBhvr>
                                        <p:cTn id="63" dur="1" fill="hold">
                                          <p:stCondLst>
                                            <p:cond delay="0"/>
                                          </p:stCondLst>
                                        </p:cTn>
                                        <p:tgtEl>
                                          <p:spTgt spid="72"/>
                                        </p:tgtEl>
                                        <p:attrNameLst>
                                          <p:attrName>style.visibility</p:attrName>
                                        </p:attrNameLst>
                                      </p:cBhvr>
                                      <p:to>
                                        <p:strVal val="visible"/>
                                      </p:to>
                                    </p:set>
                                  </p:childTnLst>
                                </p:cTn>
                              </p:par>
                            </p:childTnLst>
                          </p:cTn>
                        </p:par>
                        <p:par>
                          <p:cTn id="64" fill="hold">
                            <p:stCondLst>
                              <p:cond delay="0"/>
                            </p:stCondLst>
                            <p:childTnLst>
                              <p:par>
                                <p:cTn id="65" presetID="1" presetClass="entr" presetSubtype="0" fill="hold" nodeType="afterEffect">
                                  <p:stCondLst>
                                    <p:cond delay="0"/>
                                  </p:stCondLst>
                                  <p:childTnLst>
                                    <p:set>
                                      <p:cBhvr>
                                        <p:cTn id="66" dur="1" fill="hold">
                                          <p:stCondLst>
                                            <p:cond delay="0"/>
                                          </p:stCondLst>
                                        </p:cTn>
                                        <p:tgtEl>
                                          <p:spTgt spid="70"/>
                                        </p:tgtEl>
                                        <p:attrNameLst>
                                          <p:attrName>style.visibility</p:attrName>
                                        </p:attrNameLst>
                                      </p:cBhvr>
                                      <p:to>
                                        <p:strVal val="visible"/>
                                      </p:to>
                                    </p:set>
                                  </p:childTnLst>
                                </p:cTn>
                              </p:par>
                            </p:childTnLst>
                          </p:cTn>
                        </p:par>
                        <p:par>
                          <p:cTn id="67" fill="hold">
                            <p:stCondLst>
                              <p:cond delay="0"/>
                            </p:stCondLst>
                            <p:childTnLst>
                              <p:par>
                                <p:cTn id="68" presetID="1" presetClass="entr" presetSubtype="0" fill="hold" grpId="0" nodeType="afterEffect">
                                  <p:stCondLst>
                                    <p:cond delay="0"/>
                                  </p:stCondLst>
                                  <p:childTnLst>
                                    <p:set>
                                      <p:cBhvr>
                                        <p:cTn id="69" dur="1" fill="hold">
                                          <p:stCondLst>
                                            <p:cond delay="0"/>
                                          </p:stCondLst>
                                        </p:cTn>
                                        <p:tgtEl>
                                          <p:spTgt spid="71"/>
                                        </p:tgtEl>
                                        <p:attrNameLst>
                                          <p:attrName>style.visibility</p:attrName>
                                        </p:attrNameLst>
                                      </p:cBhvr>
                                      <p:to>
                                        <p:strVal val="visible"/>
                                      </p:to>
                                    </p:set>
                                  </p:childTnLst>
                                </p:cTn>
                              </p:par>
                            </p:childTnLst>
                          </p:cTn>
                        </p:par>
                        <p:par>
                          <p:cTn id="70" fill="hold">
                            <p:stCondLst>
                              <p:cond delay="0"/>
                            </p:stCondLst>
                            <p:childTnLst>
                              <p:par>
                                <p:cTn id="71" presetID="1" presetClass="entr" presetSubtype="0" fill="hold" nodeType="afterEffect">
                                  <p:stCondLst>
                                    <p:cond delay="0"/>
                                  </p:stCondLst>
                                  <p:childTnLst>
                                    <p:set>
                                      <p:cBhvr>
                                        <p:cTn id="72" dur="1" fill="hold">
                                          <p:stCondLst>
                                            <p:cond delay="0"/>
                                          </p:stCondLst>
                                        </p:cTn>
                                        <p:tgtEl>
                                          <p:spTgt spid="73"/>
                                        </p:tgtEl>
                                        <p:attrNameLst>
                                          <p:attrName>style.visibility</p:attrName>
                                        </p:attrNameLst>
                                      </p:cBhvr>
                                      <p:to>
                                        <p:strVal val="visible"/>
                                      </p:to>
                                    </p:set>
                                  </p:childTnLst>
                                </p:cTn>
                              </p:par>
                            </p:childTnLst>
                          </p:cTn>
                        </p:par>
                        <p:par>
                          <p:cTn id="73" fill="hold">
                            <p:stCondLst>
                              <p:cond delay="0"/>
                            </p:stCondLst>
                            <p:childTnLst>
                              <p:par>
                                <p:cTn id="74" presetID="22" presetClass="entr" presetSubtype="4" fill="hold" nodeType="afterEffect">
                                  <p:stCondLst>
                                    <p:cond delay="0"/>
                                  </p:stCondLst>
                                  <p:childTnLst>
                                    <p:set>
                                      <p:cBhvr>
                                        <p:cTn id="75" dur="1" fill="hold">
                                          <p:stCondLst>
                                            <p:cond delay="0"/>
                                          </p:stCondLst>
                                        </p:cTn>
                                        <p:tgtEl>
                                          <p:spTgt spid="90"/>
                                        </p:tgtEl>
                                        <p:attrNameLst>
                                          <p:attrName>style.visibility</p:attrName>
                                        </p:attrNameLst>
                                      </p:cBhvr>
                                      <p:to>
                                        <p:strVal val="visible"/>
                                      </p:to>
                                    </p:set>
                                    <p:animEffect transition="in" filter="wipe(down)">
                                      <p:cBhvr>
                                        <p:cTn id="76" dur="500"/>
                                        <p:tgtEl>
                                          <p:spTgt spid="90"/>
                                        </p:tgtEl>
                                      </p:cBhvr>
                                    </p:animEffect>
                                  </p:childTnLst>
                                </p:cTn>
                              </p:par>
                            </p:childTnLst>
                          </p:cTn>
                        </p:par>
                        <p:par>
                          <p:cTn id="77" fill="hold">
                            <p:stCondLst>
                              <p:cond delay="500"/>
                            </p:stCondLst>
                            <p:childTnLst>
                              <p:par>
                                <p:cTn id="78" presetID="22" presetClass="entr" presetSubtype="4" fill="hold" nodeType="afterEffect">
                                  <p:stCondLst>
                                    <p:cond delay="0"/>
                                  </p:stCondLst>
                                  <p:childTnLst>
                                    <p:set>
                                      <p:cBhvr>
                                        <p:cTn id="79" dur="1" fill="hold">
                                          <p:stCondLst>
                                            <p:cond delay="0"/>
                                          </p:stCondLst>
                                        </p:cTn>
                                        <p:tgtEl>
                                          <p:spTgt spid="75"/>
                                        </p:tgtEl>
                                        <p:attrNameLst>
                                          <p:attrName>style.visibility</p:attrName>
                                        </p:attrNameLst>
                                      </p:cBhvr>
                                      <p:to>
                                        <p:strVal val="visible"/>
                                      </p:to>
                                    </p:set>
                                    <p:animEffect transition="in" filter="wipe(down)">
                                      <p:cBhvr>
                                        <p:cTn id="80" dur="500"/>
                                        <p:tgtEl>
                                          <p:spTgt spid="75"/>
                                        </p:tgtEl>
                                      </p:cBhvr>
                                    </p:animEffect>
                                  </p:childTnLst>
                                </p:cTn>
                              </p:par>
                            </p:childTnLst>
                          </p:cTn>
                        </p:par>
                        <p:par>
                          <p:cTn id="81" fill="hold">
                            <p:stCondLst>
                              <p:cond delay="1000"/>
                            </p:stCondLst>
                            <p:childTnLst>
                              <p:par>
                                <p:cTn id="82" presetID="22" presetClass="entr" presetSubtype="4" fill="hold" nodeType="afterEffect">
                                  <p:stCondLst>
                                    <p:cond delay="0"/>
                                  </p:stCondLst>
                                  <p:childTnLst>
                                    <p:set>
                                      <p:cBhvr>
                                        <p:cTn id="83" dur="1" fill="hold">
                                          <p:stCondLst>
                                            <p:cond delay="0"/>
                                          </p:stCondLst>
                                        </p:cTn>
                                        <p:tgtEl>
                                          <p:spTgt spid="93"/>
                                        </p:tgtEl>
                                        <p:attrNameLst>
                                          <p:attrName>style.visibility</p:attrName>
                                        </p:attrNameLst>
                                      </p:cBhvr>
                                      <p:to>
                                        <p:strVal val="visible"/>
                                      </p:to>
                                    </p:set>
                                    <p:animEffect transition="in" filter="wipe(down)">
                                      <p:cBhvr>
                                        <p:cTn id="84" dur="500"/>
                                        <p:tgtEl>
                                          <p:spTgt spid="93"/>
                                        </p:tgtEl>
                                      </p:cBhvr>
                                    </p:animEffect>
                                  </p:childTnLst>
                                </p:cTn>
                              </p:par>
                            </p:childTnLst>
                          </p:cTn>
                        </p:par>
                        <p:par>
                          <p:cTn id="85" fill="hold">
                            <p:stCondLst>
                              <p:cond delay="1500"/>
                            </p:stCondLst>
                            <p:childTnLst>
                              <p:par>
                                <p:cTn id="86" presetID="22" presetClass="entr" presetSubtype="4" fill="hold" nodeType="afterEffect">
                                  <p:stCondLst>
                                    <p:cond delay="0"/>
                                  </p:stCondLst>
                                  <p:childTnLst>
                                    <p:set>
                                      <p:cBhvr>
                                        <p:cTn id="87" dur="1" fill="hold">
                                          <p:stCondLst>
                                            <p:cond delay="0"/>
                                          </p:stCondLst>
                                        </p:cTn>
                                        <p:tgtEl>
                                          <p:spTgt spid="92"/>
                                        </p:tgtEl>
                                        <p:attrNameLst>
                                          <p:attrName>style.visibility</p:attrName>
                                        </p:attrNameLst>
                                      </p:cBhvr>
                                      <p:to>
                                        <p:strVal val="visible"/>
                                      </p:to>
                                    </p:set>
                                    <p:animEffect transition="in" filter="wipe(down)">
                                      <p:cBhvr>
                                        <p:cTn id="88" dur="500"/>
                                        <p:tgtEl>
                                          <p:spTgt spid="92"/>
                                        </p:tgtEl>
                                      </p:cBhvr>
                                    </p:animEffect>
                                  </p:childTnLst>
                                </p:cTn>
                              </p:par>
                            </p:childTnLst>
                          </p:cTn>
                        </p:par>
                        <p:par>
                          <p:cTn id="89" fill="hold">
                            <p:stCondLst>
                              <p:cond delay="2000"/>
                            </p:stCondLst>
                            <p:childTnLst>
                              <p:par>
                                <p:cTn id="90" presetID="22" presetClass="entr" presetSubtype="4" fill="hold" grpId="0" nodeType="afterEffect">
                                  <p:stCondLst>
                                    <p:cond delay="0"/>
                                  </p:stCondLst>
                                  <p:childTnLst>
                                    <p:set>
                                      <p:cBhvr>
                                        <p:cTn id="91" dur="1" fill="hold">
                                          <p:stCondLst>
                                            <p:cond delay="0"/>
                                          </p:stCondLst>
                                        </p:cTn>
                                        <p:tgtEl>
                                          <p:spTgt spid="91"/>
                                        </p:tgtEl>
                                        <p:attrNameLst>
                                          <p:attrName>style.visibility</p:attrName>
                                        </p:attrNameLst>
                                      </p:cBhvr>
                                      <p:to>
                                        <p:strVal val="visible"/>
                                      </p:to>
                                    </p:set>
                                    <p:animEffect transition="in" filter="wipe(down)">
                                      <p:cBhvr>
                                        <p:cTn id="92" dur="500"/>
                                        <p:tgtEl>
                                          <p:spTgt spid="91"/>
                                        </p:tgtEl>
                                      </p:cBhvr>
                                    </p:animEffect>
                                  </p:childTnLst>
                                </p:cTn>
                              </p:par>
                            </p:childTnLst>
                          </p:cTn>
                        </p:par>
                        <p:par>
                          <p:cTn id="93" fill="hold">
                            <p:stCondLst>
                              <p:cond delay="2500"/>
                            </p:stCondLst>
                            <p:childTnLst>
                              <p:par>
                                <p:cTn id="94" presetID="1" presetClass="entr" presetSubtype="0" fill="hold" nodeType="afterEffect">
                                  <p:stCondLst>
                                    <p:cond delay="0"/>
                                  </p:stCondLst>
                                  <p:childTnLst>
                                    <p:set>
                                      <p:cBhvr>
                                        <p:cTn id="95" dur="1" fill="hold">
                                          <p:stCondLst>
                                            <p:cond delay="0"/>
                                          </p:stCondLst>
                                        </p:cTn>
                                        <p:tgtEl>
                                          <p:spTgt spid="76"/>
                                        </p:tgtEl>
                                        <p:attrNameLst>
                                          <p:attrName>style.visibility</p:attrName>
                                        </p:attrNameLst>
                                      </p:cBhvr>
                                      <p:to>
                                        <p:strVal val="visible"/>
                                      </p:to>
                                    </p:set>
                                  </p:childTnLst>
                                </p:cTn>
                              </p:par>
                            </p:childTnLst>
                          </p:cTn>
                        </p:par>
                        <p:par>
                          <p:cTn id="96" fill="hold">
                            <p:stCondLst>
                              <p:cond delay="2500"/>
                            </p:stCondLst>
                            <p:childTnLst>
                              <p:par>
                                <p:cTn id="97" presetID="1" presetClass="entr" presetSubtype="0" fill="hold" nodeType="afterEffect">
                                  <p:stCondLst>
                                    <p:cond delay="0"/>
                                  </p:stCondLst>
                                  <p:childTnLst>
                                    <p:set>
                                      <p:cBhvr>
                                        <p:cTn id="98" dur="1" fill="hold">
                                          <p:stCondLst>
                                            <p:cond delay="0"/>
                                          </p:stCondLst>
                                        </p:cTn>
                                        <p:tgtEl>
                                          <p:spTgt spid="94"/>
                                        </p:tgtEl>
                                        <p:attrNameLst>
                                          <p:attrName>style.visibility</p:attrName>
                                        </p:attrNameLst>
                                      </p:cBhvr>
                                      <p:to>
                                        <p:strVal val="visible"/>
                                      </p:to>
                                    </p:set>
                                  </p:childTnLst>
                                </p:cTn>
                              </p:par>
                            </p:childTnLst>
                          </p:cTn>
                        </p:par>
                        <p:par>
                          <p:cTn id="99" fill="hold">
                            <p:stCondLst>
                              <p:cond delay="2500"/>
                            </p:stCondLst>
                            <p:childTnLst>
                              <p:par>
                                <p:cTn id="100" presetID="1" presetClass="entr" presetSubtype="0" fill="hold" grpId="0" nodeType="afterEffect">
                                  <p:stCondLst>
                                    <p:cond delay="0"/>
                                  </p:stCondLst>
                                  <p:childTnLst>
                                    <p:set>
                                      <p:cBhvr>
                                        <p:cTn id="101" dur="1" fill="hold">
                                          <p:stCondLst>
                                            <p:cond delay="0"/>
                                          </p:stCondLst>
                                        </p:cTn>
                                        <p:tgtEl>
                                          <p:spTgt spid="95"/>
                                        </p:tgtEl>
                                        <p:attrNameLst>
                                          <p:attrName>style.visibility</p:attrName>
                                        </p:attrNameLst>
                                      </p:cBhvr>
                                      <p:to>
                                        <p:strVal val="visible"/>
                                      </p:to>
                                    </p:set>
                                  </p:childTnLst>
                                </p:cTn>
                              </p:par>
                            </p:childTnLst>
                          </p:cTn>
                        </p:par>
                        <p:par>
                          <p:cTn id="102" fill="hold">
                            <p:stCondLst>
                              <p:cond delay="2500"/>
                            </p:stCondLst>
                            <p:childTnLst>
                              <p:par>
                                <p:cTn id="103" presetID="1" presetClass="entr" presetSubtype="0" fill="hold" grpId="0" nodeType="afterEffect">
                                  <p:stCondLst>
                                    <p:cond delay="0"/>
                                  </p:stCondLst>
                                  <p:childTnLst>
                                    <p:set>
                                      <p:cBhvr>
                                        <p:cTn id="104"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7" grpId="0" animBg="1"/>
      <p:bldP spid="80" grpId="0"/>
      <p:bldP spid="81" grpId="0"/>
      <p:bldP spid="82" grpId="0" animBg="1"/>
      <p:bldP spid="85" grpId="0"/>
      <p:bldP spid="88" grpId="0"/>
      <p:bldP spid="91" grpId="0" animBg="1"/>
      <p:bldP spid="95" grpId="0"/>
      <p:bldP spid="96"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ctrTitle"/>
          </p:nvPr>
        </p:nvSpPr>
        <p:spPr>
          <a:xfrm>
            <a:off x="4193232" y="4437112"/>
            <a:ext cx="4771256" cy="905931"/>
          </a:xfrm>
        </p:spPr>
        <p:txBody>
          <a:bodyPr anchor="t">
            <a:normAutofit/>
          </a:bodyPr>
          <a:lstStyle/>
          <a:p>
            <a:pPr algn="l"/>
            <a:r>
              <a:rPr lang="en-US" b="1" dirty="0"/>
              <a:t>How it works?</a:t>
            </a:r>
            <a:endParaRPr lang="en-IN" b="1" dirty="0"/>
          </a:p>
        </p:txBody>
      </p:sp>
      <p:sp>
        <p:nvSpPr>
          <p:cNvPr id="6" name="TextBox 5"/>
          <p:cNvSpPr txBox="1"/>
          <p:nvPr/>
        </p:nvSpPr>
        <p:spPr>
          <a:xfrm>
            <a:off x="3381350" y="4090284"/>
            <a:ext cx="654025" cy="1083365"/>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8000" b="1" dirty="0">
                <a:latin typeface="Tahoma" panose="020B0604030504040204" pitchFamily="34" charset="0"/>
                <a:ea typeface="Tahoma" panose="020B0604030504040204" pitchFamily="34" charset="0"/>
                <a:cs typeface="Tahoma" panose="020B0604030504040204" pitchFamily="34" charset="0"/>
              </a:rPr>
              <a:t>3</a:t>
            </a:r>
            <a:endParaRPr lang="en-IN" sz="6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82441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06324" y="260648"/>
            <a:ext cx="7506036" cy="411162"/>
          </a:xfrm>
        </p:spPr>
        <p:txBody>
          <a:bodyPr>
            <a:noAutofit/>
          </a:bodyPr>
          <a:lstStyle/>
          <a:p>
            <a:pPr algn="l"/>
            <a:r>
              <a:rPr lang="en-US" sz="2800" b="1" dirty="0"/>
              <a:t>How it works</a:t>
            </a:r>
          </a:p>
        </p:txBody>
      </p:sp>
      <p:sp>
        <p:nvSpPr>
          <p:cNvPr id="4" name="Date Placeholder 3"/>
          <p:cNvSpPr>
            <a:spLocks noGrp="1"/>
          </p:cNvSpPr>
          <p:nvPr>
            <p:ph type="dt" sz="half" idx="10"/>
          </p:nvPr>
        </p:nvSpPr>
        <p:spPr/>
        <p:txBody>
          <a:bodyPr/>
          <a:lstStyle/>
          <a:p>
            <a:r>
              <a:rPr lang="en-US" dirty="0"/>
              <a:t>Confidential</a:t>
            </a:r>
          </a:p>
        </p:txBody>
      </p:sp>
      <p:sp>
        <p:nvSpPr>
          <p:cNvPr id="5" name="Footer Placeholder 4"/>
          <p:cNvSpPr>
            <a:spLocks noGrp="1"/>
          </p:cNvSpPr>
          <p:nvPr>
            <p:ph type="ftr" sz="quarter" idx="11"/>
          </p:nvPr>
        </p:nvSpPr>
        <p:spPr/>
        <p:txBody>
          <a:bodyPr/>
          <a:lstStyle/>
          <a:p>
            <a:r>
              <a:rPr lang="en-US" dirty="0"/>
              <a:t>Reliance Jio Infocomm Limited</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dirty="0"/>
          </a:p>
        </p:txBody>
      </p:sp>
      <p:sp>
        <p:nvSpPr>
          <p:cNvPr id="48" name="Rectangle 47"/>
          <p:cNvSpPr/>
          <p:nvPr/>
        </p:nvSpPr>
        <p:spPr>
          <a:xfrm>
            <a:off x="157745" y="4032354"/>
            <a:ext cx="8878751" cy="1384995"/>
          </a:xfrm>
          <a:prstGeom prst="rect">
            <a:avLst/>
          </a:prstGeom>
        </p:spPr>
        <p:txBody>
          <a:bodyPr wrap="square">
            <a:spAutoFit/>
          </a:bodyPr>
          <a:lstStyle/>
          <a:p>
            <a:pPr marL="228600" lvl="2" indent="-228600" algn="just" fontAlgn="base">
              <a:spcBef>
                <a:spcPct val="0"/>
              </a:spcBef>
              <a:spcAft>
                <a:spcPct val="0"/>
              </a:spcAft>
              <a:buClr>
                <a:srgbClr val="FF0000"/>
              </a:buClr>
              <a:buSzPct val="100000"/>
              <a:buFont typeface="+mj-lt"/>
              <a:buAutoNum type="arabicPeriod"/>
              <a:defRPr/>
            </a:pPr>
            <a:r>
              <a:rPr lang="en-IN" sz="1200" dirty="0">
                <a:latin typeface="Tahoma" panose="020B0604030504040204" pitchFamily="34" charset="0"/>
                <a:ea typeface="Tahoma" panose="020B0604030504040204" pitchFamily="34" charset="0"/>
                <a:cs typeface="Tahoma" panose="020B0604030504040204" pitchFamily="34" charset="0"/>
              </a:rPr>
              <a:t>For LTE voice call IMS will send the charging information via RO interface to OCS. SAPCC is responsible for rating the CDRs on real time basis and the account is charged for the utilized service. SAPCC records/usage CDRs are used for revenue reporting and providing usage and rating information’s to customers</a:t>
            </a:r>
            <a:endParaRPr lang="en-US" sz="1200" dirty="0">
              <a:latin typeface="Tahoma" panose="020B0604030504040204" pitchFamily="34" charset="0"/>
              <a:ea typeface="Tahoma" panose="020B0604030504040204" pitchFamily="34" charset="0"/>
              <a:cs typeface="Tahoma" panose="020B0604030504040204" pitchFamily="34" charset="0"/>
            </a:endParaRPr>
          </a:p>
          <a:p>
            <a:pPr marL="228600" lvl="2" indent="-228600" algn="just" fontAlgn="base">
              <a:spcBef>
                <a:spcPct val="0"/>
              </a:spcBef>
              <a:spcAft>
                <a:spcPct val="0"/>
              </a:spcAft>
              <a:buClr>
                <a:srgbClr val="FF0000"/>
              </a:buClr>
              <a:buSzPct val="100000"/>
              <a:buFont typeface="+mj-lt"/>
              <a:buAutoNum type="arabicPeriod"/>
              <a:defRPr/>
            </a:pPr>
            <a:r>
              <a:rPr lang="en-IN" sz="1200" dirty="0">
                <a:latin typeface="Tahoma" panose="020B0604030504040204" pitchFamily="34" charset="0"/>
                <a:ea typeface="Tahoma" panose="020B0604030504040204" pitchFamily="34" charset="0"/>
                <a:cs typeface="Tahoma" panose="020B0604030504040204" pitchFamily="34" charset="0"/>
              </a:rPr>
              <a:t>All the rated CDRs are grouped in files and pushed by SAPCC through a bulk up-loader to ERP. The bulk up-loader uploads the SAPCC CDRs to ERP as billable CDRs</a:t>
            </a:r>
          </a:p>
          <a:p>
            <a:pPr marL="228600" lvl="2" indent="-228600" algn="just" fontAlgn="base">
              <a:spcBef>
                <a:spcPct val="0"/>
              </a:spcBef>
              <a:spcAft>
                <a:spcPct val="0"/>
              </a:spcAft>
              <a:buClr>
                <a:srgbClr val="FF0000"/>
              </a:buClr>
              <a:buSzPct val="100000"/>
              <a:buFont typeface="+mj-lt"/>
              <a:buAutoNum type="arabicPeriod"/>
              <a:defRPr/>
            </a:pPr>
            <a:r>
              <a:rPr lang="en-IN" sz="1200" dirty="0">
                <a:latin typeface="Tahoma" panose="020B0604030504040204" pitchFamily="34" charset="0"/>
                <a:ea typeface="Tahoma" panose="020B0604030504040204" pitchFamily="34" charset="0"/>
                <a:cs typeface="Tahoma" panose="020B0604030504040204" pitchFamily="34" charset="0"/>
              </a:rPr>
              <a:t>These Billable CDRs are charged to the subscriber and the account is debited.  The frequency of upload is user-based and currently the up-loader is uploading CDRs every one minute</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628800"/>
            <a:ext cx="8637145" cy="2243848"/>
          </a:xfrm>
          <a:prstGeom prst="rect">
            <a:avLst/>
          </a:prstGeom>
        </p:spPr>
      </p:pic>
      <p:sp>
        <p:nvSpPr>
          <p:cNvPr id="11" name="Freeform 10"/>
          <p:cNvSpPr/>
          <p:nvPr/>
        </p:nvSpPr>
        <p:spPr bwMode="auto">
          <a:xfrm>
            <a:off x="179512" y="908720"/>
            <a:ext cx="2160240" cy="432048"/>
          </a:xfrm>
          <a:custGeom>
            <a:avLst/>
            <a:gdLst>
              <a:gd name="connsiteX0" fmla="*/ 0 w 5740400"/>
              <a:gd name="connsiteY0" fmla="*/ 0 h 812800"/>
              <a:gd name="connsiteX1" fmla="*/ 5740400 w 5740400"/>
              <a:gd name="connsiteY1" fmla="*/ 0 h 812800"/>
              <a:gd name="connsiteX2" fmla="*/ 5740400 w 5740400"/>
              <a:gd name="connsiteY2" fmla="*/ 812800 h 812800"/>
              <a:gd name="connsiteX3" fmla="*/ 0 w 5740400"/>
              <a:gd name="connsiteY3" fmla="*/ 812800 h 812800"/>
              <a:gd name="connsiteX4" fmla="*/ 0 w 5740400"/>
              <a:gd name="connsiteY4" fmla="*/ 0 h 812800"/>
              <a:gd name="connsiteX0" fmla="*/ 0 w 5740400"/>
              <a:gd name="connsiteY0" fmla="*/ 0 h 812800"/>
              <a:gd name="connsiteX1" fmla="*/ 5740400 w 5740400"/>
              <a:gd name="connsiteY1" fmla="*/ 0 h 812800"/>
              <a:gd name="connsiteX2" fmla="*/ 5435600 w 5740400"/>
              <a:gd name="connsiteY2" fmla="*/ 812800 h 812800"/>
              <a:gd name="connsiteX3" fmla="*/ 0 w 5740400"/>
              <a:gd name="connsiteY3" fmla="*/ 812800 h 812800"/>
              <a:gd name="connsiteX4" fmla="*/ 0 w 5740400"/>
              <a:gd name="connsiteY4" fmla="*/ 0 h 812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0400" h="812800">
                <a:moveTo>
                  <a:pt x="0" y="0"/>
                </a:moveTo>
                <a:lnTo>
                  <a:pt x="5740400" y="0"/>
                </a:lnTo>
                <a:lnTo>
                  <a:pt x="5435600" y="812800"/>
                </a:lnTo>
                <a:lnTo>
                  <a:pt x="0" y="812800"/>
                </a:lnTo>
                <a:lnTo>
                  <a:pt x="0" y="0"/>
                </a:lnTo>
                <a:close/>
              </a:path>
            </a:pathLst>
          </a:custGeom>
          <a:solidFill>
            <a:schemeClr val="accent2"/>
          </a:solidFill>
          <a:ln w="9525" cap="flat" cmpd="sng" algn="ctr">
            <a:noFill/>
            <a:prstDash val="dash"/>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normAutofit/>
          </a:bodyPr>
          <a:lstStyle/>
          <a:p>
            <a:pPr lvl="0" defTabSz="995363" fontAlgn="base">
              <a:spcAft>
                <a:spcPct val="0"/>
              </a:spcAft>
              <a:buClr>
                <a:schemeClr val="bg2"/>
              </a:buClr>
            </a:pPr>
            <a:r>
              <a:rPr lang="en-US" sz="1400" b="1" dirty="0">
                <a:solidFill>
                  <a:schemeClr val="bg2"/>
                </a:solidFill>
                <a:latin typeface="Tahoma" panose="020B0604030504040204" pitchFamily="34" charset="0"/>
                <a:ea typeface="Tahoma" panose="020B0604030504040204" pitchFamily="34" charset="0"/>
                <a:cs typeface="Tahoma" panose="020B0604030504040204" pitchFamily="34" charset="0"/>
              </a:rPr>
              <a:t>Prepaid Call flow</a:t>
            </a:r>
          </a:p>
        </p:txBody>
      </p:sp>
    </p:spTree>
    <p:extLst>
      <p:ext uri="{BB962C8B-B14F-4D97-AF65-F5344CB8AC3E}">
        <p14:creationId xmlns:p14="http://schemas.microsoft.com/office/powerpoint/2010/main" val="1845273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193232" y="4437112"/>
            <a:ext cx="4771256" cy="905931"/>
          </a:xfrm>
        </p:spPr>
        <p:txBody>
          <a:bodyPr anchor="t">
            <a:normAutofit/>
          </a:bodyPr>
          <a:lstStyle/>
          <a:p>
            <a:pPr algn="l"/>
            <a:r>
              <a:rPr lang="en-US" b="1" dirty="0"/>
              <a:t>Risk Mitigation</a:t>
            </a:r>
            <a:endParaRPr lang="en-IN" b="1" dirty="0"/>
          </a:p>
        </p:txBody>
      </p:sp>
      <p:sp>
        <p:nvSpPr>
          <p:cNvPr id="6" name="TextBox 5"/>
          <p:cNvSpPr txBox="1"/>
          <p:nvPr/>
        </p:nvSpPr>
        <p:spPr>
          <a:xfrm>
            <a:off x="3381350" y="4090284"/>
            <a:ext cx="654025" cy="1083365"/>
          </a:xfrm>
          <a:prstGeom prst="rect">
            <a:avLst/>
          </a:prstGeom>
          <a:noFill/>
        </p:spPr>
        <p:txBody>
          <a:bodyPr wrap="none" lIns="0" tIns="36568" rIns="0" bIns="0" rtlCol="0" anchor="ctr">
            <a:spAutoFit/>
          </a:bodyPr>
          <a:lstStyle/>
          <a:p>
            <a:pPr defTabSz="914177">
              <a:lnSpc>
                <a:spcPct val="85000"/>
              </a:lnSpc>
              <a:spcAft>
                <a:spcPts val="600"/>
              </a:spcAft>
              <a:buClr>
                <a:srgbClr val="FFE600"/>
              </a:buClr>
              <a:buSzPct val="70000"/>
            </a:pPr>
            <a:r>
              <a:rPr lang="en-US" sz="8000" b="1" dirty="0">
                <a:latin typeface="Tahoma" panose="020B0604030504040204" pitchFamily="34" charset="0"/>
                <a:ea typeface="Tahoma" panose="020B0604030504040204" pitchFamily="34" charset="0"/>
                <a:cs typeface="Tahoma" panose="020B0604030504040204" pitchFamily="34" charset="0"/>
              </a:rPr>
              <a:t>4</a:t>
            </a:r>
            <a:endParaRPr lang="en-IN" sz="60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257821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Risk Mitigation in Prepaid</a:t>
            </a:r>
            <a:endParaRPr lang="en-IN" sz="2800" b="1" dirty="0"/>
          </a:p>
        </p:txBody>
      </p:sp>
      <p:sp>
        <p:nvSpPr>
          <p:cNvPr id="4" name="Date Placeholder 3"/>
          <p:cNvSpPr>
            <a:spLocks noGrp="1"/>
          </p:cNvSpPr>
          <p:nvPr>
            <p:ph type="dt" sz="half" idx="10"/>
          </p:nvPr>
        </p:nvSpPr>
        <p:spPr/>
        <p:txBody>
          <a:bodyPr/>
          <a:lstStyle/>
          <a:p>
            <a:r>
              <a:rPr lang="en-IN"/>
              <a:t>Confidential</a:t>
            </a:r>
            <a:endParaRPr lang="en-IN" dirty="0"/>
          </a:p>
        </p:txBody>
      </p:sp>
      <p:sp>
        <p:nvSpPr>
          <p:cNvPr id="5" name="Footer Placeholder 4"/>
          <p:cNvSpPr>
            <a:spLocks noGrp="1"/>
          </p:cNvSpPr>
          <p:nvPr>
            <p:ph type="ftr" sz="quarter" idx="11"/>
          </p:nvPr>
        </p:nvSpPr>
        <p:spPr/>
        <p:txBody>
          <a:bodyPr/>
          <a:lstStyle/>
          <a:p>
            <a:r>
              <a:rPr lang="en-IN" dirty="0"/>
              <a:t>Reliance </a:t>
            </a:r>
            <a:r>
              <a:rPr lang="en-IN" dirty="0" err="1"/>
              <a:t>Jio</a:t>
            </a:r>
            <a:r>
              <a:rPr lang="en-IN" dirty="0"/>
              <a:t> </a:t>
            </a:r>
            <a:r>
              <a:rPr lang="en-IN" dirty="0" err="1"/>
              <a:t>Infocomm</a:t>
            </a:r>
            <a:r>
              <a:rPr lang="en-IN" dirty="0"/>
              <a:t> Limited</a:t>
            </a:r>
          </a:p>
        </p:txBody>
      </p:sp>
      <p:sp>
        <p:nvSpPr>
          <p:cNvPr id="6" name="Slide Number Placeholder 5"/>
          <p:cNvSpPr>
            <a:spLocks noGrp="1"/>
          </p:cNvSpPr>
          <p:nvPr>
            <p:ph type="sldNum" sz="quarter" idx="12"/>
          </p:nvPr>
        </p:nvSpPr>
        <p:spPr/>
        <p:txBody>
          <a:bodyPr/>
          <a:lstStyle/>
          <a:p>
            <a:fld id="{B6F15528-21DE-4FAA-801E-634DDDAF4B2B}" type="slidenum">
              <a:rPr lang="en-IN" smtClean="0"/>
              <a:pPr/>
              <a:t>14</a:t>
            </a:fld>
            <a:endParaRPr lang="en-IN" dirty="0"/>
          </a:p>
        </p:txBody>
      </p:sp>
      <p:graphicFrame>
        <p:nvGraphicFramePr>
          <p:cNvPr id="15" name="Table 14"/>
          <p:cNvGraphicFramePr>
            <a:graphicFrameLocks noGrp="1"/>
          </p:cNvGraphicFramePr>
          <p:nvPr>
            <p:extLst>
              <p:ext uri="{D42A27DB-BD31-4B8C-83A1-F6EECF244321}">
                <p14:modId xmlns:p14="http://schemas.microsoft.com/office/powerpoint/2010/main" val="1970725121"/>
              </p:ext>
            </p:extLst>
          </p:nvPr>
        </p:nvGraphicFramePr>
        <p:xfrm>
          <a:off x="371872" y="1044902"/>
          <a:ext cx="8520608" cy="2732247"/>
        </p:xfrm>
        <a:graphic>
          <a:graphicData uri="http://schemas.openxmlformats.org/drawingml/2006/table">
            <a:tbl>
              <a:tblPr firstRow="1" bandRow="1">
                <a:tableStyleId>{5C22544A-7EE6-4342-B048-85BDC9FD1C3A}</a:tableStyleId>
              </a:tblPr>
              <a:tblGrid>
                <a:gridCol w="1090511">
                  <a:extLst>
                    <a:ext uri="{9D8B030D-6E8A-4147-A177-3AD203B41FA5}">
                      <a16:colId xmlns:a16="http://schemas.microsoft.com/office/drawing/2014/main" val="20000"/>
                    </a:ext>
                  </a:extLst>
                </a:gridCol>
                <a:gridCol w="2830513">
                  <a:extLst>
                    <a:ext uri="{9D8B030D-6E8A-4147-A177-3AD203B41FA5}">
                      <a16:colId xmlns:a16="http://schemas.microsoft.com/office/drawing/2014/main" val="20001"/>
                    </a:ext>
                  </a:extLst>
                </a:gridCol>
                <a:gridCol w="4599584">
                  <a:extLst>
                    <a:ext uri="{9D8B030D-6E8A-4147-A177-3AD203B41FA5}">
                      <a16:colId xmlns:a16="http://schemas.microsoft.com/office/drawing/2014/main" val="20002"/>
                    </a:ext>
                  </a:extLst>
                </a:gridCol>
              </a:tblGrid>
              <a:tr h="370840">
                <a:tc>
                  <a:txBody>
                    <a:bodyPr/>
                    <a:lstStyle/>
                    <a:p>
                      <a:pPr algn="ctr" fontAlgn="ctr"/>
                      <a:r>
                        <a:rPr lang="en-IN" sz="1050" b="1" u="none" strike="noStrike" dirty="0">
                          <a:effectLst/>
                          <a:latin typeface="Tahoma" panose="020B0604030504040204" pitchFamily="34" charset="0"/>
                          <a:ea typeface="Tahoma" panose="020B0604030504040204" pitchFamily="34" charset="0"/>
                          <a:cs typeface="Tahoma" panose="020B0604030504040204" pitchFamily="34" charset="0"/>
                        </a:rPr>
                        <a:t> Area</a:t>
                      </a:r>
                      <a:endParaRPr lang="en-IN" sz="1050" b="1"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ctr"/>
                      <a:r>
                        <a:rPr lang="en-IN" sz="1050" b="1" u="none" strike="noStrike" dirty="0">
                          <a:effectLst/>
                          <a:latin typeface="Tahoma" panose="020B0604030504040204" pitchFamily="34" charset="0"/>
                          <a:ea typeface="Tahoma" panose="020B0604030504040204" pitchFamily="34" charset="0"/>
                          <a:cs typeface="Tahoma" panose="020B0604030504040204" pitchFamily="34" charset="0"/>
                        </a:rPr>
                        <a:t>Risk</a:t>
                      </a:r>
                      <a:endParaRPr lang="en-IN" sz="1050" b="1"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ctr" fontAlgn="ctr"/>
                      <a:r>
                        <a:rPr lang="en-IN" sz="1050" b="1" u="none" strike="noStrike" dirty="0">
                          <a:effectLst/>
                          <a:latin typeface="Tahoma" panose="020B0604030504040204" pitchFamily="34" charset="0"/>
                          <a:ea typeface="Tahoma" panose="020B0604030504040204" pitchFamily="34" charset="0"/>
                          <a:cs typeface="Tahoma" panose="020B0604030504040204" pitchFamily="34" charset="0"/>
                        </a:rPr>
                        <a:t>RA Control</a:t>
                      </a:r>
                      <a:endParaRPr lang="en-IN" sz="1050" b="1"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l" fontAlgn="ctr"/>
                      <a:r>
                        <a:rPr lang="en-US" sz="1050" b="0" i="0" u="none" strike="noStrike" dirty="0">
                          <a:solidFill>
                            <a:schemeClr val="dk1"/>
                          </a:solidFill>
                          <a:effectLst/>
                          <a:latin typeface="Tahoma" panose="020B0604030504040204" pitchFamily="34" charset="0"/>
                          <a:ea typeface="Tahoma" panose="020B0604030504040204" pitchFamily="34" charset="0"/>
                          <a:cs typeface="Tahoma" panose="020B0604030504040204" pitchFamily="34" charset="0"/>
                        </a:rPr>
                        <a:t>Usage</a:t>
                      </a:r>
                      <a:r>
                        <a:rPr lang="en-US" sz="1050" b="0" i="0" u="none" strike="noStrike" baseline="0" dirty="0">
                          <a:solidFill>
                            <a:schemeClr val="dk1"/>
                          </a:solidFill>
                          <a:effectLst/>
                          <a:latin typeface="Tahoma" panose="020B0604030504040204" pitchFamily="34" charset="0"/>
                          <a:ea typeface="Tahoma" panose="020B0604030504040204" pitchFamily="34" charset="0"/>
                          <a:cs typeface="Tahoma" panose="020B0604030504040204" pitchFamily="34" charset="0"/>
                        </a:rPr>
                        <a:t> Reconciliation</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Usage</a:t>
                      </a: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 made not getting charged to the subscriber</a:t>
                      </a:r>
                      <a:endPar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l" fontAlgn="ctr">
                        <a:buClr>
                          <a:srgbClr val="000000"/>
                        </a:buClr>
                        <a:buSzPts val="1100"/>
                        <a:buFont typeface="Wingdings 3" panose="05040102010807070707" pitchFamily="18" charset="2"/>
                        <a:buChar char=""/>
                      </a:pPr>
                      <a:r>
                        <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Perform a</a:t>
                      </a:r>
                      <a:r>
                        <a:rPr lang="en-IN"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 check between MSC/IMS and IN usage CDR’s to check if all the usage CDR’s are getting captured in both the systems</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pPr algn="l" fontAlgn="ctr"/>
                      <a:r>
                        <a:rPr lang="en-US" sz="1050" b="0" i="0" u="none" strike="noStrike" dirty="0">
                          <a:solidFill>
                            <a:schemeClr val="dk1"/>
                          </a:solidFill>
                          <a:effectLst/>
                          <a:latin typeface="Tahoma" panose="020B0604030504040204" pitchFamily="34" charset="0"/>
                          <a:ea typeface="Tahoma" panose="020B0604030504040204" pitchFamily="34" charset="0"/>
                          <a:cs typeface="Tahoma" panose="020B0604030504040204" pitchFamily="34" charset="0"/>
                        </a:rPr>
                        <a:t>Usage</a:t>
                      </a:r>
                      <a:r>
                        <a:rPr lang="en-US" sz="1050" b="0" i="0" u="none" strike="noStrike" baseline="0" dirty="0">
                          <a:solidFill>
                            <a:schemeClr val="dk1"/>
                          </a:solidFill>
                          <a:effectLst/>
                          <a:latin typeface="Tahoma" panose="020B0604030504040204" pitchFamily="34" charset="0"/>
                          <a:ea typeface="Tahoma" panose="020B0604030504040204" pitchFamily="34" charset="0"/>
                          <a:cs typeface="Tahoma" panose="020B0604030504040204" pitchFamily="34" charset="0"/>
                        </a:rPr>
                        <a:t> Reconciliation</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fontAlgn="ctr"/>
                      <a:r>
                        <a:rPr lang="en-US" sz="1050" b="0" i="0" u="none" strike="noStrike" dirty="0">
                          <a:solidFill>
                            <a:schemeClr val="dk1"/>
                          </a:solidFill>
                          <a:effectLst/>
                          <a:latin typeface="Tahoma" panose="020B0604030504040204" pitchFamily="34" charset="0"/>
                          <a:ea typeface="Tahoma" panose="020B0604030504040204" pitchFamily="34" charset="0"/>
                          <a:cs typeface="Tahoma" panose="020B0604030504040204" pitchFamily="34" charset="0"/>
                        </a:rPr>
                        <a:t>Rating</a:t>
                      </a:r>
                      <a:r>
                        <a:rPr lang="en-US" sz="1050" b="0" i="0" u="none" strike="noStrike" baseline="0" dirty="0">
                          <a:solidFill>
                            <a:schemeClr val="dk1"/>
                          </a:solidFill>
                          <a:effectLst/>
                          <a:latin typeface="Tahoma" panose="020B0604030504040204" pitchFamily="34" charset="0"/>
                          <a:ea typeface="Tahoma" panose="020B0604030504040204" pitchFamily="34" charset="0"/>
                          <a:cs typeface="Tahoma" panose="020B0604030504040204" pitchFamily="34" charset="0"/>
                        </a:rPr>
                        <a:t> discrepancies between the rate applied in the usage CDR’s versus the marketing rate leading to revenue leakage or customer dissatisfaction in case of over-charging</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l" fontAlgn="ctr">
                        <a:buClr>
                          <a:srgbClr val="000000"/>
                        </a:buClr>
                        <a:buSzPts val="1100"/>
                        <a:buFont typeface="Wingdings 3" panose="05040102010807070707" pitchFamily="18" charset="2"/>
                        <a:buChar char=""/>
                      </a:pP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Perform a periodic check between the rate applied on the usage CDR’s versus the marketing rate as per EPC to check if there are any discrepancies</a:t>
                      </a:r>
                      <a:endParaRPr lang="en-IN"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Usage Reconciliation</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Customer account not credited</a:t>
                      </a: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 with correct recharge amount</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l" fontAlgn="ctr">
                        <a:buClr>
                          <a:srgbClr val="000000"/>
                        </a:buClr>
                        <a:buSzPts val="1100"/>
                        <a:buFont typeface="Wingdings 3" panose="05040102010807070707" pitchFamily="18" charset="2"/>
                        <a:buChar char=""/>
                      </a:pP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Perform a check on the subscriber balance by summarizing subscriber usage and recharge and calculating the closing balance of the subscriber and check it against the actual closing balance</a:t>
                      </a:r>
                      <a:endParaRPr lang="en-IN"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Usage Reconciliation</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Subscriber</a:t>
                      </a: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 account not getting depleted with the usage made</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l" fontAlgn="ctr">
                        <a:buClr>
                          <a:srgbClr val="000000"/>
                        </a:buClr>
                        <a:buSzPts val="1100"/>
                        <a:buFont typeface="Wingdings 3" panose="05040102010807070707" pitchFamily="18" charset="2"/>
                        <a:buChar char=""/>
                      </a:pP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Perform a check on the subscriber balance by summarizing subscriber usage and recharge and calculating the closing balance of the subscriber and check it against the actual closing balance</a:t>
                      </a:r>
                      <a:endParaRPr lang="en-IN"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Usage Reconciliation</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algn="l" fontAlgn="ctr"/>
                      <a:r>
                        <a:rPr lang="en-US"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rPr>
                        <a:t>Subscriber account not getting depleted with the usage made</a:t>
                      </a:r>
                      <a:endParaRPr lang="en-IN" sz="105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171450" indent="-171450" algn="l" fontAlgn="ctr">
                        <a:buClr>
                          <a:srgbClr val="000000"/>
                        </a:buClr>
                        <a:buSzPts val="1100"/>
                        <a:buFont typeface="Wingdings 3" panose="05040102010807070707" pitchFamily="18" charset="2"/>
                        <a:buChar char=""/>
                      </a:pPr>
                      <a:r>
                        <a:rPr lang="en-US"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rPr>
                        <a:t>Identify subscribers with negative balance in the subscriber dump</a:t>
                      </a:r>
                      <a:endParaRPr lang="en-IN" sz="1050" b="0" i="0" u="none" strike="noStrike" baseline="0"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marL="6509" marR="6509" marT="6509"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96545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b="1" dirty="0"/>
              <a:t>Thank You</a:t>
            </a:r>
          </a:p>
        </p:txBody>
      </p:sp>
    </p:spTree>
    <p:extLst>
      <p:ext uri="{BB962C8B-B14F-4D97-AF65-F5344CB8AC3E}">
        <p14:creationId xmlns:p14="http://schemas.microsoft.com/office/powerpoint/2010/main" val="2740927629"/>
      </p:ext>
    </p:extLst>
  </p:cSld>
  <p:clrMapOvr>
    <a:masterClrMapping/>
  </p:clrMapOvr>
</p:sld>
</file>

<file path=ppt/theme/theme1.xml><?xml version="1.0" encoding="utf-8"?>
<a:theme xmlns:a="http://schemas.openxmlformats.org/drawingml/2006/main" name="Jio World presentation for board">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vert="horz" lIns="91440" tIns="45720" rIns="91440" bIns="45720" rtlCol="0" anchor="t">
        <a:noAutofit/>
      </a:bodyPr>
      <a:lstStyle>
        <a:defPPr>
          <a:defRPr dirty="0" smtClean="0">
            <a:solidFill>
              <a:srgbClr val="FF0000"/>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4e8854f0-83fd-439d-8e5a-6e907ebdbae9">ITDOCS-77-54</_dlc_DocId>
    <_dlc_DocIdUrl xmlns="4e8854f0-83fd-439d-8e5a-6e907ebdbae9">
      <Url>http://it.ril.com/safe/_layouts/DocIdRedir.aspx?ID=ITDOCS-77-54</Url>
      <Description>ITDOCS-77-54</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9BFAF8626279840ACEFD5693BB5CB16" ma:contentTypeVersion="2" ma:contentTypeDescription="Create a new document." ma:contentTypeScope="" ma:versionID="277cd74beabd474482f2e5f840c50fea">
  <xsd:schema xmlns:xsd="http://www.w3.org/2001/XMLSchema" xmlns:xs="http://www.w3.org/2001/XMLSchema" xmlns:p="http://schemas.microsoft.com/office/2006/metadata/properties" xmlns:ns2="4e8854f0-83fd-439d-8e5a-6e907ebdbae9" targetNamespace="http://schemas.microsoft.com/office/2006/metadata/properties" ma:root="true" ma:fieldsID="81fabdf2328e266499de7c0f5cf31a56" ns2:_="">
    <xsd:import namespace="4e8854f0-83fd-439d-8e5a-6e907ebdbae9"/>
    <xsd:element name="properties">
      <xsd:complexType>
        <xsd:sequence>
          <xsd:element name="documentManagement">
            <xsd:complexType>
              <xsd:all>
                <xsd:element ref="ns2:_dlc_DocId" minOccurs="0"/>
                <xsd:element ref="ns2:_dlc_DocIdUrl" minOccurs="0"/>
                <xsd:element ref="ns2: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8854f0-83fd-439d-8e5a-6e907ebdbae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FA8FF727-4D05-45B2-8E00-AB9ED04DC8FD}">
  <ds:schemaRefs>
    <ds:schemaRef ds:uri="http://schemas.microsoft.com/sharepoint/v3/contenttype/forms"/>
  </ds:schemaRefs>
</ds:datastoreItem>
</file>

<file path=customXml/itemProps2.xml><?xml version="1.0" encoding="utf-8"?>
<ds:datastoreItem xmlns:ds="http://schemas.openxmlformats.org/officeDocument/2006/customXml" ds:itemID="{878BD8F5-55B6-4F6D-87CB-DC9B82EE1488}">
  <ds:schemaRefs>
    <ds:schemaRef ds:uri="http://schemas.microsoft.com/office/2006/metadata/properties"/>
    <ds:schemaRef ds:uri="http://schemas.microsoft.com/office/infopath/2007/PartnerControls"/>
    <ds:schemaRef ds:uri="http://purl.org/dc/dcmitype/"/>
    <ds:schemaRef ds:uri="http://schemas.microsoft.com/office/2006/documentManagement/types"/>
    <ds:schemaRef ds:uri="http://purl.org/dc/elements/1.1/"/>
    <ds:schemaRef ds:uri="http://www.w3.org/XML/1998/namespace"/>
    <ds:schemaRef ds:uri="http://schemas.openxmlformats.org/package/2006/metadata/core-properties"/>
    <ds:schemaRef ds:uri="4e8854f0-83fd-439d-8e5a-6e907ebdbae9"/>
    <ds:schemaRef ds:uri="http://purl.org/dc/terms/"/>
  </ds:schemaRefs>
</ds:datastoreItem>
</file>

<file path=customXml/itemProps3.xml><?xml version="1.0" encoding="utf-8"?>
<ds:datastoreItem xmlns:ds="http://schemas.openxmlformats.org/officeDocument/2006/customXml" ds:itemID="{465F7E6D-3D53-4460-8AF1-1ECDCE0146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8854f0-83fd-439d-8e5a-6e907ebdba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E9D9DA3E-6999-4AE3-93CE-FB02234C7B12}">
  <ds:schemaRefs>
    <ds:schemaRef ds:uri="http://schemas.microsoft.com/sharepoint/events"/>
  </ds:schemaRefs>
</ds:datastoreItem>
</file>

<file path=docProps/CustomMKOP.xml><?xml version="1.0" encoding="utf-8"?>
<Properties xmlns="http://schemas.openxmlformats.org/officeDocument/2006/custom-properties" xmlns:vt="http://schemas.openxmlformats.org/officeDocument/2006/docPropsVTypes">
  <property fmtid="{D5CDD505-2E9C-101B-9397-08002B2CF9AE}" pid="2" name="MKProdID">
    <vt:lpwstr>ZMOutlook</vt:lpwstr>
  </property>
  <property fmtid="{D5CDD505-2E9C-101B-9397-08002B2CF9AE}" pid="3" name="SizeBefore">
    <vt:lpwstr>890104</vt:lpwstr>
  </property>
  <property fmtid="{D5CDD505-2E9C-101B-9397-08002B2CF9AE}" pid="4" name="OptimizationTime">
    <vt:lpwstr>20221123_2053</vt:lpwstr>
  </property>
</Properties>
</file>

<file path=docProps/app.xml><?xml version="1.0" encoding="utf-8"?>
<Properties xmlns="http://schemas.openxmlformats.org/officeDocument/2006/extended-properties" xmlns:vt="http://schemas.openxmlformats.org/officeDocument/2006/docPropsVTypes">
  <Template>Jio World presentation for board</Template>
  <TotalTime>15099</TotalTime>
  <Words>1476</Words>
  <Application>Microsoft Office PowerPoint</Application>
  <PresentationFormat>On-screen Show (4:3)</PresentationFormat>
  <Paragraphs>215</Paragraphs>
  <Slides>15</Slides>
  <Notes>9</Notes>
  <HiddenSlides>2</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15</vt:i4>
      </vt:variant>
    </vt:vector>
  </HeadingPairs>
  <TitlesOfParts>
    <vt:vector size="23" baseType="lpstr">
      <vt:lpstr>Arial</vt:lpstr>
      <vt:lpstr>Calibri</vt:lpstr>
      <vt:lpstr>EYInterstate</vt:lpstr>
      <vt:lpstr>Tahoma</vt:lpstr>
      <vt:lpstr>Wingdings 3</vt:lpstr>
      <vt:lpstr>Jio World presentation for board</vt:lpstr>
      <vt:lpstr>Visio</vt:lpstr>
      <vt:lpstr>Clip</vt:lpstr>
      <vt:lpstr>  Revenue Assurance Prepaid Revenue Stream</vt:lpstr>
      <vt:lpstr>PowerPoint Presentation</vt:lpstr>
      <vt:lpstr>Fundamentals</vt:lpstr>
      <vt:lpstr>Fundamentals</vt:lpstr>
      <vt:lpstr>Terminologies- Prepaid (1/2)</vt:lpstr>
      <vt:lpstr>Terminologies- Prepaid (2/2)</vt:lpstr>
      <vt:lpstr>Prepaid Revenue Cycle </vt:lpstr>
      <vt:lpstr>Prepaid Revenue Cycle: Recharges</vt:lpstr>
      <vt:lpstr>Prepaid Revenue Cycle: Usage</vt:lpstr>
      <vt:lpstr>Prepaid Revenue Cycle: Usage</vt:lpstr>
      <vt:lpstr>How it works?</vt:lpstr>
      <vt:lpstr>How it works</vt:lpstr>
      <vt:lpstr>Risk Mitigation</vt:lpstr>
      <vt:lpstr>Risk Mitigation in Prepaid</vt:lpstr>
      <vt:lpstr>Thank You</vt:lpstr>
    </vt:vector>
  </TitlesOfParts>
  <Company>RIL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Revenue Assurance Diaries</dc:title>
  <dc:subject>Roaming Revenue Stream</dc:subject>
  <dc:creator>Gaurav Mehta, EY</dc:creator>
  <cp:lastModifiedBy>Mohd T Mudassir</cp:lastModifiedBy>
  <cp:revision>743</cp:revision>
  <cp:lastPrinted>2014-10-31T04:43:50Z</cp:lastPrinted>
  <dcterms:created xsi:type="dcterms:W3CDTF">2014-07-14T09:19:01Z</dcterms:created>
  <dcterms:modified xsi:type="dcterms:W3CDTF">2021-11-17T13:21:09Z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0x010100B9BFAF8626279840ACEFD5693BB5CB16</vt:lpwstr>
  </property>
  <property fmtid="{D5CDD505-2E9C-101B-9397-08002B2CF9AE}" pid="3" name="_dlc_DocIdItemGuid">
    <vt:lpwstr>1d944568-2414-4499-b74c-7ea60389f613</vt:lpwstr>
  </property>
</Properties>
</file>